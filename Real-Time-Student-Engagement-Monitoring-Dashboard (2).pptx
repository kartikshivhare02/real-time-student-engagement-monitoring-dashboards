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1430000" cy="7067550"/>
  <p:notesSz cx="11430000" cy="70675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88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70981" y="0"/>
            <a:ext cx="167005" cy="602615"/>
          </a:xfrm>
          <a:custGeom>
            <a:avLst/>
            <a:gdLst/>
            <a:ahLst/>
            <a:cxnLst/>
            <a:rect l="l" t="t" r="r" b="b"/>
            <a:pathLst>
              <a:path w="167005" h="602615">
                <a:moveTo>
                  <a:pt x="89100" y="602577"/>
                </a:moveTo>
                <a:lnTo>
                  <a:pt x="21064" y="573543"/>
                </a:lnTo>
                <a:lnTo>
                  <a:pt x="194" y="506434"/>
                </a:lnTo>
                <a:lnTo>
                  <a:pt x="99" y="504721"/>
                </a:lnTo>
                <a:lnTo>
                  <a:pt x="0" y="502913"/>
                </a:lnTo>
                <a:lnTo>
                  <a:pt x="9400" y="475640"/>
                </a:lnTo>
                <a:lnTo>
                  <a:pt x="27242" y="453513"/>
                </a:lnTo>
                <a:lnTo>
                  <a:pt x="51144" y="437646"/>
                </a:lnTo>
                <a:lnTo>
                  <a:pt x="78725" y="429155"/>
                </a:lnTo>
                <a:lnTo>
                  <a:pt x="75632" y="406923"/>
                </a:lnTo>
                <a:lnTo>
                  <a:pt x="74355" y="384526"/>
                </a:lnTo>
                <a:lnTo>
                  <a:pt x="74417" y="321001"/>
                </a:lnTo>
                <a:lnTo>
                  <a:pt x="74566" y="291103"/>
                </a:lnTo>
                <a:lnTo>
                  <a:pt x="74689" y="97027"/>
                </a:lnTo>
                <a:lnTo>
                  <a:pt x="74739" y="48510"/>
                </a:lnTo>
                <a:lnTo>
                  <a:pt x="74889" y="0"/>
                </a:lnTo>
                <a:lnTo>
                  <a:pt x="94256" y="0"/>
                </a:lnTo>
                <a:lnTo>
                  <a:pt x="94131" y="321001"/>
                </a:lnTo>
                <a:lnTo>
                  <a:pt x="95257" y="348162"/>
                </a:lnTo>
                <a:lnTo>
                  <a:pt x="96111" y="375353"/>
                </a:lnTo>
                <a:lnTo>
                  <a:pt x="95457" y="402485"/>
                </a:lnTo>
                <a:lnTo>
                  <a:pt x="92095" y="429155"/>
                </a:lnTo>
                <a:lnTo>
                  <a:pt x="92056" y="429469"/>
                </a:lnTo>
                <a:lnTo>
                  <a:pt x="108571" y="435997"/>
                </a:lnTo>
                <a:lnTo>
                  <a:pt x="124675" y="443869"/>
                </a:lnTo>
                <a:lnTo>
                  <a:pt x="139151" y="454051"/>
                </a:lnTo>
                <a:lnTo>
                  <a:pt x="150785" y="467511"/>
                </a:lnTo>
                <a:lnTo>
                  <a:pt x="153486" y="472848"/>
                </a:lnTo>
                <a:lnTo>
                  <a:pt x="83583" y="472848"/>
                </a:lnTo>
                <a:lnTo>
                  <a:pt x="68629" y="476549"/>
                </a:lnTo>
                <a:lnTo>
                  <a:pt x="54642" y="482414"/>
                </a:lnTo>
                <a:lnTo>
                  <a:pt x="52630" y="490337"/>
                </a:lnTo>
                <a:lnTo>
                  <a:pt x="50806" y="498323"/>
                </a:lnTo>
                <a:lnTo>
                  <a:pt x="49468" y="506168"/>
                </a:lnTo>
                <a:lnTo>
                  <a:pt x="49423" y="506434"/>
                </a:lnTo>
                <a:lnTo>
                  <a:pt x="118435" y="506434"/>
                </a:lnTo>
                <a:lnTo>
                  <a:pt x="121680" y="520472"/>
                </a:lnTo>
                <a:lnTo>
                  <a:pt x="123927" y="535170"/>
                </a:lnTo>
                <a:lnTo>
                  <a:pt x="79228" y="535170"/>
                </a:lnTo>
                <a:lnTo>
                  <a:pt x="67595" y="537434"/>
                </a:lnTo>
                <a:lnTo>
                  <a:pt x="67245" y="540839"/>
                </a:lnTo>
                <a:lnTo>
                  <a:pt x="66149" y="550324"/>
                </a:lnTo>
                <a:lnTo>
                  <a:pt x="65709" y="554663"/>
                </a:lnTo>
                <a:lnTo>
                  <a:pt x="70453" y="558918"/>
                </a:lnTo>
                <a:lnTo>
                  <a:pt x="75275" y="563097"/>
                </a:lnTo>
                <a:lnTo>
                  <a:pt x="80060" y="567334"/>
                </a:lnTo>
                <a:lnTo>
                  <a:pt x="84699" y="571766"/>
                </a:lnTo>
                <a:lnTo>
                  <a:pt x="145496" y="571766"/>
                </a:lnTo>
                <a:lnTo>
                  <a:pt x="134075" y="584421"/>
                </a:lnTo>
                <a:lnTo>
                  <a:pt x="113203" y="597278"/>
                </a:lnTo>
                <a:lnTo>
                  <a:pt x="89100" y="602577"/>
                </a:lnTo>
                <a:close/>
              </a:path>
              <a:path w="167005" h="602615">
                <a:moveTo>
                  <a:pt x="159645" y="548626"/>
                </a:moveTo>
                <a:lnTo>
                  <a:pt x="129343" y="548626"/>
                </a:lnTo>
                <a:lnTo>
                  <a:pt x="131649" y="529914"/>
                </a:lnTo>
                <a:lnTo>
                  <a:pt x="131096" y="510600"/>
                </a:lnTo>
                <a:lnTo>
                  <a:pt x="98465" y="473191"/>
                </a:lnTo>
                <a:lnTo>
                  <a:pt x="83583" y="472848"/>
                </a:lnTo>
                <a:lnTo>
                  <a:pt x="153486" y="472848"/>
                </a:lnTo>
                <a:lnTo>
                  <a:pt x="159829" y="485385"/>
                </a:lnTo>
                <a:lnTo>
                  <a:pt x="165366" y="504721"/>
                </a:lnTo>
                <a:lnTo>
                  <a:pt x="166410" y="524598"/>
                </a:lnTo>
                <a:lnTo>
                  <a:pt x="161978" y="544099"/>
                </a:lnTo>
                <a:lnTo>
                  <a:pt x="159645" y="548626"/>
                </a:lnTo>
                <a:close/>
              </a:path>
              <a:path w="167005" h="602615">
                <a:moveTo>
                  <a:pt x="118435" y="506434"/>
                </a:moveTo>
                <a:lnTo>
                  <a:pt x="49423" y="506434"/>
                </a:lnTo>
                <a:lnTo>
                  <a:pt x="65020" y="506168"/>
                </a:lnTo>
                <a:lnTo>
                  <a:pt x="79739" y="499494"/>
                </a:lnTo>
                <a:lnTo>
                  <a:pt x="94422" y="493303"/>
                </a:lnTo>
                <a:lnTo>
                  <a:pt x="109913" y="494487"/>
                </a:lnTo>
                <a:lnTo>
                  <a:pt x="118306" y="506168"/>
                </a:lnTo>
                <a:lnTo>
                  <a:pt x="118405" y="506306"/>
                </a:lnTo>
                <a:lnTo>
                  <a:pt x="118435" y="506434"/>
                </a:lnTo>
                <a:close/>
              </a:path>
              <a:path w="167005" h="602615">
                <a:moveTo>
                  <a:pt x="145496" y="571766"/>
                </a:moveTo>
                <a:lnTo>
                  <a:pt x="84699" y="571766"/>
                </a:lnTo>
                <a:lnTo>
                  <a:pt x="84797" y="567334"/>
                </a:lnTo>
                <a:lnTo>
                  <a:pt x="84905" y="562432"/>
                </a:lnTo>
                <a:lnTo>
                  <a:pt x="83897" y="553209"/>
                </a:lnTo>
                <a:lnTo>
                  <a:pt x="81917" y="544099"/>
                </a:lnTo>
                <a:lnTo>
                  <a:pt x="79228" y="535170"/>
                </a:lnTo>
                <a:lnTo>
                  <a:pt x="123925" y="535170"/>
                </a:lnTo>
                <a:lnTo>
                  <a:pt x="129343" y="548626"/>
                </a:lnTo>
                <a:lnTo>
                  <a:pt x="159645" y="548626"/>
                </a:lnTo>
                <a:lnTo>
                  <a:pt x="150679" y="566023"/>
                </a:lnTo>
                <a:lnTo>
                  <a:pt x="145496" y="571766"/>
                </a:lnTo>
                <a:close/>
              </a:path>
            </a:pathLst>
          </a:custGeom>
          <a:solidFill>
            <a:srgbClr val="6653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109212" y="0"/>
            <a:ext cx="151765" cy="1951989"/>
          </a:xfrm>
          <a:custGeom>
            <a:avLst/>
            <a:gdLst/>
            <a:ahLst/>
            <a:cxnLst/>
            <a:rect l="l" t="t" r="r" b="b"/>
            <a:pathLst>
              <a:path w="151764" h="1951989">
                <a:moveTo>
                  <a:pt x="78742" y="1951969"/>
                </a:moveTo>
                <a:lnTo>
                  <a:pt x="47894" y="1946690"/>
                </a:lnTo>
                <a:lnTo>
                  <a:pt x="21610" y="1929798"/>
                </a:lnTo>
                <a:lnTo>
                  <a:pt x="4987" y="1903185"/>
                </a:lnTo>
                <a:lnTo>
                  <a:pt x="0" y="1869836"/>
                </a:lnTo>
                <a:lnTo>
                  <a:pt x="10174" y="1838332"/>
                </a:lnTo>
                <a:lnTo>
                  <a:pt x="32045" y="1812877"/>
                </a:lnTo>
                <a:lnTo>
                  <a:pt x="62144" y="1797672"/>
                </a:lnTo>
                <a:lnTo>
                  <a:pt x="63226" y="1078600"/>
                </a:lnTo>
                <a:lnTo>
                  <a:pt x="63339" y="0"/>
                </a:lnTo>
                <a:lnTo>
                  <a:pt x="83398" y="0"/>
                </a:lnTo>
                <a:lnTo>
                  <a:pt x="83335" y="1603436"/>
                </a:lnTo>
                <a:lnTo>
                  <a:pt x="84848" y="1652268"/>
                </a:lnTo>
                <a:lnTo>
                  <a:pt x="85300" y="1701128"/>
                </a:lnTo>
                <a:lnTo>
                  <a:pt x="85096" y="1798867"/>
                </a:lnTo>
                <a:lnTo>
                  <a:pt x="100045" y="1804432"/>
                </a:lnTo>
                <a:lnTo>
                  <a:pt x="114429" y="1811412"/>
                </a:lnTo>
                <a:lnTo>
                  <a:pt x="127398" y="1820514"/>
                </a:lnTo>
                <a:lnTo>
                  <a:pt x="138103" y="1832445"/>
                </a:lnTo>
                <a:lnTo>
                  <a:pt x="151285" y="1862277"/>
                </a:lnTo>
                <a:lnTo>
                  <a:pt x="149705" y="1894814"/>
                </a:lnTo>
                <a:lnTo>
                  <a:pt x="135062" y="1923991"/>
                </a:lnTo>
                <a:lnTo>
                  <a:pt x="109053" y="1943742"/>
                </a:lnTo>
                <a:lnTo>
                  <a:pt x="78742" y="1951969"/>
                </a:lnTo>
                <a:close/>
              </a:path>
            </a:pathLst>
          </a:custGeom>
          <a:solidFill>
            <a:srgbClr val="6653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07094" y="0"/>
            <a:ext cx="151765" cy="1727835"/>
          </a:xfrm>
          <a:custGeom>
            <a:avLst/>
            <a:gdLst/>
            <a:ahLst/>
            <a:cxnLst/>
            <a:rect l="l" t="t" r="r" b="b"/>
            <a:pathLst>
              <a:path w="151764" h="1727835">
                <a:moveTo>
                  <a:pt x="81869" y="1727498"/>
                </a:moveTo>
                <a:lnTo>
                  <a:pt x="48324" y="1722321"/>
                </a:lnTo>
                <a:lnTo>
                  <a:pt x="20207" y="1703101"/>
                </a:lnTo>
                <a:lnTo>
                  <a:pt x="2455" y="1674355"/>
                </a:lnTo>
                <a:lnTo>
                  <a:pt x="0" y="1640598"/>
                </a:lnTo>
                <a:lnTo>
                  <a:pt x="8084" y="1616159"/>
                </a:lnTo>
                <a:lnTo>
                  <a:pt x="23697" y="1595993"/>
                </a:lnTo>
                <a:lnTo>
                  <a:pt x="44769" y="1581310"/>
                </a:lnTo>
                <a:lnTo>
                  <a:pt x="69230" y="1573317"/>
                </a:lnTo>
                <a:lnTo>
                  <a:pt x="70228" y="710528"/>
                </a:lnTo>
                <a:lnTo>
                  <a:pt x="69670" y="0"/>
                </a:lnTo>
                <a:lnTo>
                  <a:pt x="89666" y="0"/>
                </a:lnTo>
                <a:lnTo>
                  <a:pt x="90106" y="1574449"/>
                </a:lnTo>
                <a:lnTo>
                  <a:pt x="108832" y="1583402"/>
                </a:lnTo>
                <a:lnTo>
                  <a:pt x="126207" y="1595050"/>
                </a:lnTo>
                <a:lnTo>
                  <a:pt x="140199" y="1610057"/>
                </a:lnTo>
                <a:lnTo>
                  <a:pt x="148773" y="1629091"/>
                </a:lnTo>
                <a:lnTo>
                  <a:pt x="151716" y="1662931"/>
                </a:lnTo>
                <a:lnTo>
                  <a:pt x="139113" y="1694848"/>
                </a:lnTo>
                <a:lnTo>
                  <a:pt x="114615" y="1718489"/>
                </a:lnTo>
                <a:lnTo>
                  <a:pt x="81869" y="1727498"/>
                </a:lnTo>
                <a:close/>
              </a:path>
            </a:pathLst>
          </a:custGeom>
          <a:solidFill>
            <a:srgbClr val="66534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09376"/>
            <a:ext cx="4286249" cy="2870199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0" y="5492503"/>
            <a:ext cx="4286250" cy="946785"/>
          </a:xfrm>
          <a:custGeom>
            <a:avLst/>
            <a:gdLst/>
            <a:ahLst/>
            <a:cxnLst/>
            <a:rect l="l" t="t" r="r" b="b"/>
            <a:pathLst>
              <a:path w="4286250" h="946785">
                <a:moveTo>
                  <a:pt x="4286249" y="946395"/>
                </a:moveTo>
                <a:lnTo>
                  <a:pt x="0" y="946395"/>
                </a:lnTo>
                <a:lnTo>
                  <a:pt x="0" y="54419"/>
                </a:lnTo>
                <a:lnTo>
                  <a:pt x="1124533" y="42246"/>
                </a:lnTo>
                <a:lnTo>
                  <a:pt x="1174171" y="40757"/>
                </a:lnTo>
                <a:lnTo>
                  <a:pt x="1521807" y="36153"/>
                </a:lnTo>
                <a:lnTo>
                  <a:pt x="1621096" y="33505"/>
                </a:lnTo>
                <a:lnTo>
                  <a:pt x="4286170" y="0"/>
                </a:lnTo>
                <a:lnTo>
                  <a:pt x="4286249" y="946395"/>
                </a:lnTo>
                <a:close/>
              </a:path>
            </a:pathLst>
          </a:custGeom>
          <a:solidFill>
            <a:srgbClr val="6653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73624" y="1581308"/>
            <a:ext cx="5428615" cy="1958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5324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rgbClr val="6653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5324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rgbClr val="6653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7019925"/>
          </a:xfrm>
          <a:custGeom>
            <a:avLst/>
            <a:gdLst/>
            <a:ahLst/>
            <a:cxnLst/>
            <a:rect l="l" t="t" r="r" b="b"/>
            <a:pathLst>
              <a:path w="11430000" h="7019925">
                <a:moveTo>
                  <a:pt x="11429999" y="7019924"/>
                </a:moveTo>
                <a:lnTo>
                  <a:pt x="0" y="70199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019924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5324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5324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456406"/>
            <a:ext cx="9692640" cy="6934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5324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29932" y="1874488"/>
            <a:ext cx="4640580" cy="3611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rgbClr val="6653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hyperlink" Target="https://gamma.app/?utm_source=made-with-gamma" TargetMode="External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1.png"/><Relationship Id="rId7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130"/>
              </a:spcBef>
            </a:pPr>
            <a:r>
              <a:rPr spc="-75" dirty="0"/>
              <a:t>Real-</a:t>
            </a:r>
            <a:r>
              <a:rPr dirty="0"/>
              <a:t>Time</a:t>
            </a:r>
            <a:r>
              <a:rPr spc="30" dirty="0"/>
              <a:t> </a:t>
            </a:r>
            <a:r>
              <a:rPr spc="-10" dirty="0"/>
              <a:t>Student </a:t>
            </a:r>
            <a:r>
              <a:rPr dirty="0"/>
              <a:t>Engagement</a:t>
            </a:r>
            <a:r>
              <a:rPr spc="35" dirty="0"/>
              <a:t> </a:t>
            </a:r>
            <a:r>
              <a:rPr spc="160" dirty="0"/>
              <a:t>Monitoring </a:t>
            </a:r>
            <a:r>
              <a:rPr spc="-10" dirty="0"/>
              <a:t>Dashboard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73624" y="3793489"/>
            <a:ext cx="52431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Giving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faculty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instant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visibility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into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activity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during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lab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sessions</a:t>
            </a:r>
            <a:r>
              <a:rPr sz="1350" spc="-6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—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so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no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one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falls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through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cracks.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86324" y="4486274"/>
            <a:ext cx="2257425" cy="285750"/>
          </a:xfrm>
          <a:custGeom>
            <a:avLst/>
            <a:gdLst/>
            <a:ahLst/>
            <a:cxnLst/>
            <a:rect l="l" t="t" r="r" b="b"/>
            <a:pathLst>
              <a:path w="2257425" h="285750">
                <a:moveTo>
                  <a:pt x="2215784" y="285749"/>
                </a:moveTo>
                <a:lnTo>
                  <a:pt x="41639" y="285749"/>
                </a:lnTo>
                <a:lnTo>
                  <a:pt x="35516" y="284531"/>
                </a:lnTo>
                <a:lnTo>
                  <a:pt x="1217" y="250232"/>
                </a:lnTo>
                <a:lnTo>
                  <a:pt x="0" y="244109"/>
                </a:lnTo>
                <a:lnTo>
                  <a:pt x="0" y="237743"/>
                </a:lnTo>
                <a:lnTo>
                  <a:pt x="0" y="41639"/>
                </a:lnTo>
                <a:lnTo>
                  <a:pt x="23753" y="6089"/>
                </a:lnTo>
                <a:lnTo>
                  <a:pt x="41639" y="0"/>
                </a:lnTo>
                <a:lnTo>
                  <a:pt x="2215784" y="0"/>
                </a:lnTo>
                <a:lnTo>
                  <a:pt x="2251333" y="23753"/>
                </a:lnTo>
                <a:lnTo>
                  <a:pt x="2257424" y="41639"/>
                </a:lnTo>
                <a:lnTo>
                  <a:pt x="2257424" y="244109"/>
                </a:lnTo>
                <a:lnTo>
                  <a:pt x="2233670" y="279659"/>
                </a:lnTo>
                <a:lnTo>
                  <a:pt x="2221907" y="284531"/>
                </a:lnTo>
                <a:lnTo>
                  <a:pt x="2215784" y="285749"/>
                </a:lnTo>
                <a:close/>
              </a:path>
            </a:pathLst>
          </a:custGeom>
          <a:solidFill>
            <a:srgbClr val="FFD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34236" y="4481512"/>
            <a:ext cx="1581150" cy="295275"/>
          </a:xfrm>
          <a:custGeom>
            <a:avLst/>
            <a:gdLst/>
            <a:ahLst/>
            <a:cxnLst/>
            <a:rect l="l" t="t" r="r" b="b"/>
            <a:pathLst>
              <a:path w="1581150" h="295275">
                <a:moveTo>
                  <a:pt x="0" y="252031"/>
                </a:moveTo>
                <a:lnTo>
                  <a:pt x="0" y="43243"/>
                </a:lnTo>
                <a:lnTo>
                  <a:pt x="0" y="37508"/>
                </a:lnTo>
                <a:lnTo>
                  <a:pt x="1096" y="31992"/>
                </a:lnTo>
                <a:lnTo>
                  <a:pt x="3291" y="26694"/>
                </a:lnTo>
                <a:lnTo>
                  <a:pt x="5485" y="21396"/>
                </a:lnTo>
                <a:lnTo>
                  <a:pt x="8610" y="16720"/>
                </a:lnTo>
                <a:lnTo>
                  <a:pt x="12666" y="12665"/>
                </a:lnTo>
                <a:lnTo>
                  <a:pt x="16719" y="8610"/>
                </a:lnTo>
                <a:lnTo>
                  <a:pt x="21396" y="5485"/>
                </a:lnTo>
                <a:lnTo>
                  <a:pt x="26694" y="3291"/>
                </a:lnTo>
                <a:lnTo>
                  <a:pt x="31992" y="1096"/>
                </a:lnTo>
                <a:lnTo>
                  <a:pt x="37508" y="0"/>
                </a:lnTo>
                <a:lnTo>
                  <a:pt x="43243" y="0"/>
                </a:lnTo>
                <a:lnTo>
                  <a:pt x="1537907" y="0"/>
                </a:lnTo>
                <a:lnTo>
                  <a:pt x="1543641" y="0"/>
                </a:lnTo>
                <a:lnTo>
                  <a:pt x="1549156" y="1096"/>
                </a:lnTo>
                <a:lnTo>
                  <a:pt x="1577857" y="26694"/>
                </a:lnTo>
                <a:lnTo>
                  <a:pt x="1580051" y="31992"/>
                </a:lnTo>
                <a:lnTo>
                  <a:pt x="1581149" y="37508"/>
                </a:lnTo>
                <a:lnTo>
                  <a:pt x="1581150" y="43243"/>
                </a:lnTo>
                <a:lnTo>
                  <a:pt x="1581150" y="252031"/>
                </a:lnTo>
                <a:lnTo>
                  <a:pt x="1564428" y="286663"/>
                </a:lnTo>
                <a:lnTo>
                  <a:pt x="1554453" y="291982"/>
                </a:lnTo>
                <a:lnTo>
                  <a:pt x="1549156" y="294177"/>
                </a:lnTo>
                <a:lnTo>
                  <a:pt x="1543641" y="295274"/>
                </a:lnTo>
                <a:lnTo>
                  <a:pt x="1537907" y="295274"/>
                </a:lnTo>
                <a:lnTo>
                  <a:pt x="43243" y="295274"/>
                </a:lnTo>
                <a:lnTo>
                  <a:pt x="37508" y="295274"/>
                </a:lnTo>
                <a:lnTo>
                  <a:pt x="31992" y="294177"/>
                </a:lnTo>
                <a:lnTo>
                  <a:pt x="26694" y="291982"/>
                </a:lnTo>
                <a:lnTo>
                  <a:pt x="21396" y="289787"/>
                </a:lnTo>
                <a:lnTo>
                  <a:pt x="16719" y="286663"/>
                </a:lnTo>
                <a:lnTo>
                  <a:pt x="12666" y="282608"/>
                </a:lnTo>
                <a:lnTo>
                  <a:pt x="8610" y="278553"/>
                </a:lnTo>
                <a:lnTo>
                  <a:pt x="5485" y="273876"/>
                </a:lnTo>
                <a:lnTo>
                  <a:pt x="3291" y="268579"/>
                </a:lnTo>
                <a:lnTo>
                  <a:pt x="1096" y="263281"/>
                </a:lnTo>
                <a:lnTo>
                  <a:pt x="0" y="257765"/>
                </a:lnTo>
                <a:lnTo>
                  <a:pt x="0" y="252031"/>
                </a:lnTo>
                <a:close/>
              </a:path>
            </a:pathLst>
          </a:custGeom>
          <a:ln w="9524">
            <a:solidFill>
              <a:srgbClr val="FF944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76465" y="4526914"/>
            <a:ext cx="208089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0" dirty="0">
                <a:solidFill>
                  <a:srgbClr val="66534E"/>
                </a:solidFill>
                <a:latin typeface="Verdana"/>
                <a:cs typeface="Verdana"/>
              </a:rPr>
              <a:t>EDUCATIONAL</a:t>
            </a:r>
            <a:r>
              <a:rPr sz="1050" spc="1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66534E"/>
                </a:solidFill>
                <a:latin typeface="Verdana"/>
                <a:cs typeface="Verdana"/>
              </a:rPr>
              <a:t>TECHNOLOGY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32563" y="4526914"/>
            <a:ext cx="13919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60" dirty="0">
                <a:solidFill>
                  <a:srgbClr val="FF944E"/>
                </a:solidFill>
                <a:latin typeface="Verdana"/>
                <a:cs typeface="Verdana"/>
              </a:rPr>
              <a:t>LAB</a:t>
            </a:r>
            <a:r>
              <a:rPr sz="1050" spc="-90" dirty="0">
                <a:solidFill>
                  <a:srgbClr val="FF944E"/>
                </a:solidFill>
                <a:latin typeface="Verdana"/>
                <a:cs typeface="Verdana"/>
              </a:rPr>
              <a:t> </a:t>
            </a:r>
            <a:r>
              <a:rPr sz="1050" spc="50" dirty="0">
                <a:solidFill>
                  <a:srgbClr val="FF944E"/>
                </a:solidFill>
                <a:latin typeface="Verdana"/>
                <a:cs typeface="Verdana"/>
              </a:rPr>
              <a:t>MANAGEMENT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8" name="object 8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64430"/>
            <a:ext cx="4288693" cy="43306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73624" y="504983"/>
            <a:ext cx="5507990" cy="1301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800"/>
              </a:lnSpc>
              <a:spcBef>
                <a:spcPts val="90"/>
              </a:spcBef>
            </a:pPr>
            <a:r>
              <a:rPr dirty="0"/>
              <a:t>The</a:t>
            </a:r>
            <a:r>
              <a:rPr spc="-185" dirty="0"/>
              <a:t> </a:t>
            </a:r>
            <a:r>
              <a:rPr dirty="0"/>
              <a:t>Problem:</a:t>
            </a:r>
            <a:r>
              <a:rPr spc="-185" dirty="0"/>
              <a:t> </a:t>
            </a:r>
            <a:r>
              <a:rPr dirty="0"/>
              <a:t>Faculty</a:t>
            </a:r>
            <a:r>
              <a:rPr spc="-185" dirty="0"/>
              <a:t> </a:t>
            </a:r>
            <a:r>
              <a:rPr spc="110" dirty="0"/>
              <a:t>Are </a:t>
            </a:r>
            <a:r>
              <a:rPr dirty="0"/>
              <a:t>Flying</a:t>
            </a:r>
            <a:r>
              <a:rPr spc="-250" dirty="0"/>
              <a:t> </a:t>
            </a:r>
            <a:r>
              <a:rPr spc="-10" dirty="0"/>
              <a:t>Blind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73624" y="2078989"/>
            <a:ext cx="5950585" cy="68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During</a:t>
            </a:r>
            <a:r>
              <a:rPr sz="1350" spc="-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lab</a:t>
            </a:r>
            <a:r>
              <a:rPr sz="1350" spc="-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sessions,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instructors</a:t>
            </a:r>
            <a:r>
              <a:rPr sz="1350" spc="-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cannot continuously</a:t>
            </a:r>
            <a:r>
              <a:rPr sz="1350" spc="-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monitor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which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students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are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actively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working,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50" dirty="0">
                <a:solidFill>
                  <a:srgbClr val="66534E"/>
                </a:solidFill>
                <a:latin typeface="Verdana"/>
                <a:cs typeface="Verdana"/>
              </a:rPr>
              <a:t>who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is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idle,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and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50" dirty="0">
                <a:solidFill>
                  <a:srgbClr val="66534E"/>
                </a:solidFill>
                <a:latin typeface="Verdana"/>
                <a:cs typeface="Verdana"/>
              </a:rPr>
              <a:t>who</a:t>
            </a:r>
            <a:r>
              <a:rPr sz="1350" spc="-7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is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off-</a:t>
            </a:r>
            <a:r>
              <a:rPr sz="1350" spc="-65" dirty="0">
                <a:solidFill>
                  <a:srgbClr val="66534E"/>
                </a:solidFill>
                <a:latin typeface="Verdana"/>
                <a:cs typeface="Verdana"/>
              </a:rPr>
              <a:t>task.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Manual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monitoring</a:t>
            </a:r>
            <a:r>
              <a:rPr sz="1350" spc="-7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is</a:t>
            </a:r>
            <a:r>
              <a:rPr sz="1350" spc="-6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b="1" spc="-60" dirty="0">
                <a:solidFill>
                  <a:srgbClr val="66534E"/>
                </a:solidFill>
                <a:latin typeface="Verdana"/>
                <a:cs typeface="Verdana"/>
              </a:rPr>
              <a:t>inefficient,</a:t>
            </a:r>
            <a:r>
              <a:rPr sz="1350" b="1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b="1" spc="-70" dirty="0">
                <a:solidFill>
                  <a:srgbClr val="66534E"/>
                </a:solidFill>
                <a:latin typeface="Verdana"/>
                <a:cs typeface="Verdana"/>
              </a:rPr>
              <a:t>inaccurate,</a:t>
            </a:r>
            <a:r>
              <a:rPr sz="1350" b="1" spc="-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b="1" spc="-45" dirty="0">
                <a:solidFill>
                  <a:srgbClr val="66534E"/>
                </a:solidFill>
                <a:latin typeface="Verdana"/>
                <a:cs typeface="Verdana"/>
              </a:rPr>
              <a:t>and</a:t>
            </a:r>
            <a:r>
              <a:rPr sz="1350" b="1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b="1" spc="-40" dirty="0">
                <a:solidFill>
                  <a:srgbClr val="66534E"/>
                </a:solidFill>
                <a:latin typeface="Verdana"/>
                <a:cs typeface="Verdana"/>
              </a:rPr>
              <a:t>not</a:t>
            </a:r>
            <a:r>
              <a:rPr sz="1350" b="1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b="1" spc="-60" dirty="0">
                <a:solidFill>
                  <a:srgbClr val="66534E"/>
                </a:solidFill>
                <a:latin typeface="Verdana"/>
                <a:cs typeface="Verdana"/>
              </a:rPr>
              <a:t>scalable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for</a:t>
            </a:r>
            <a:r>
              <a:rPr sz="1350" spc="-7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large</a:t>
            </a:r>
            <a:r>
              <a:rPr sz="1350" spc="-7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labs.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86324" y="2971799"/>
            <a:ext cx="2886075" cy="1476375"/>
            <a:chOff x="4886324" y="2971799"/>
            <a:chExt cx="2886075" cy="1476375"/>
          </a:xfrm>
        </p:grpSpPr>
        <p:sp>
          <p:nvSpPr>
            <p:cNvPr id="6" name="object 6"/>
            <p:cNvSpPr/>
            <p:nvPr/>
          </p:nvSpPr>
          <p:spPr>
            <a:xfrm>
              <a:off x="4895849" y="2981324"/>
              <a:ext cx="2867025" cy="1457325"/>
            </a:xfrm>
            <a:custGeom>
              <a:avLst/>
              <a:gdLst/>
              <a:ahLst/>
              <a:cxnLst/>
              <a:rect l="l" t="t" r="r" b="b"/>
              <a:pathLst>
                <a:path w="2867025" h="1457325">
                  <a:moveTo>
                    <a:pt x="2819856" y="1457324"/>
                  </a:moveTo>
                  <a:lnTo>
                    <a:pt x="47167" y="1457324"/>
                  </a:lnTo>
                  <a:lnTo>
                    <a:pt x="43884" y="1457000"/>
                  </a:lnTo>
                  <a:lnTo>
                    <a:pt x="10348" y="1437644"/>
                  </a:lnTo>
                  <a:lnTo>
                    <a:pt x="0" y="1410156"/>
                  </a:lnTo>
                  <a:lnTo>
                    <a:pt x="0" y="140684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2819856" y="0"/>
                  </a:lnTo>
                  <a:lnTo>
                    <a:pt x="2854581" y="17128"/>
                  </a:lnTo>
                  <a:lnTo>
                    <a:pt x="2867024" y="47167"/>
                  </a:lnTo>
                  <a:lnTo>
                    <a:pt x="2867024" y="1410156"/>
                  </a:lnTo>
                  <a:lnTo>
                    <a:pt x="2849893" y="1444882"/>
                  </a:lnTo>
                  <a:lnTo>
                    <a:pt x="2823139" y="1457000"/>
                  </a:lnTo>
                  <a:lnTo>
                    <a:pt x="2819856" y="145732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95849" y="2981324"/>
              <a:ext cx="2867025" cy="1457325"/>
            </a:xfrm>
            <a:custGeom>
              <a:avLst/>
              <a:gdLst/>
              <a:ahLst/>
              <a:cxnLst/>
              <a:rect l="l" t="t" r="r" b="b"/>
              <a:pathLst>
                <a:path w="2867025" h="1457325">
                  <a:moveTo>
                    <a:pt x="0" y="140684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3" y="34225"/>
                  </a:lnTo>
                  <a:lnTo>
                    <a:pt x="3841" y="31163"/>
                  </a:lnTo>
                  <a:lnTo>
                    <a:pt x="5110" y="28100"/>
                  </a:lnTo>
                  <a:lnTo>
                    <a:pt x="6665" y="25191"/>
                  </a:lnTo>
                  <a:lnTo>
                    <a:pt x="8507" y="22435"/>
                  </a:lnTo>
                  <a:lnTo>
                    <a:pt x="10348" y="19679"/>
                  </a:lnTo>
                  <a:lnTo>
                    <a:pt x="12441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9"/>
                  </a:lnTo>
                  <a:lnTo>
                    <a:pt x="22435" y="8507"/>
                  </a:lnTo>
                  <a:lnTo>
                    <a:pt x="25191" y="6665"/>
                  </a:lnTo>
                  <a:lnTo>
                    <a:pt x="28100" y="5110"/>
                  </a:lnTo>
                  <a:lnTo>
                    <a:pt x="31163" y="3842"/>
                  </a:lnTo>
                  <a:lnTo>
                    <a:pt x="34225" y="2574"/>
                  </a:lnTo>
                  <a:lnTo>
                    <a:pt x="50482" y="0"/>
                  </a:lnTo>
                  <a:lnTo>
                    <a:pt x="2816542" y="0"/>
                  </a:lnTo>
                  <a:lnTo>
                    <a:pt x="2844587" y="8507"/>
                  </a:lnTo>
                  <a:lnTo>
                    <a:pt x="2847344" y="10348"/>
                  </a:lnTo>
                  <a:lnTo>
                    <a:pt x="2866053" y="40633"/>
                  </a:lnTo>
                  <a:lnTo>
                    <a:pt x="2866700" y="43884"/>
                  </a:lnTo>
                  <a:lnTo>
                    <a:pt x="2867024" y="47167"/>
                  </a:lnTo>
                  <a:lnTo>
                    <a:pt x="2867024" y="50482"/>
                  </a:lnTo>
                  <a:lnTo>
                    <a:pt x="2867024" y="1406842"/>
                  </a:lnTo>
                  <a:lnTo>
                    <a:pt x="2867024" y="1410157"/>
                  </a:lnTo>
                  <a:lnTo>
                    <a:pt x="2866700" y="1413440"/>
                  </a:lnTo>
                  <a:lnTo>
                    <a:pt x="2866053" y="1416690"/>
                  </a:lnTo>
                  <a:lnTo>
                    <a:pt x="2865406" y="1419941"/>
                  </a:lnTo>
                  <a:lnTo>
                    <a:pt x="2858515" y="1434888"/>
                  </a:lnTo>
                  <a:lnTo>
                    <a:pt x="2856674" y="1437644"/>
                  </a:lnTo>
                  <a:lnTo>
                    <a:pt x="2844587" y="1448816"/>
                  </a:lnTo>
                  <a:lnTo>
                    <a:pt x="2841831" y="1450658"/>
                  </a:lnTo>
                  <a:lnTo>
                    <a:pt x="2816542" y="1457324"/>
                  </a:lnTo>
                  <a:lnTo>
                    <a:pt x="50482" y="1457324"/>
                  </a:lnTo>
                  <a:lnTo>
                    <a:pt x="47167" y="1457324"/>
                  </a:lnTo>
                  <a:lnTo>
                    <a:pt x="43884" y="1457001"/>
                  </a:lnTo>
                  <a:lnTo>
                    <a:pt x="40633" y="1456354"/>
                  </a:lnTo>
                  <a:lnTo>
                    <a:pt x="37382" y="1455707"/>
                  </a:lnTo>
                  <a:lnTo>
                    <a:pt x="14785" y="1442538"/>
                  </a:lnTo>
                  <a:lnTo>
                    <a:pt x="12441" y="1440194"/>
                  </a:lnTo>
                  <a:lnTo>
                    <a:pt x="10348" y="1437644"/>
                  </a:lnTo>
                  <a:lnTo>
                    <a:pt x="8507" y="1434888"/>
                  </a:lnTo>
                  <a:lnTo>
                    <a:pt x="6665" y="1432132"/>
                  </a:lnTo>
                  <a:lnTo>
                    <a:pt x="969" y="1416690"/>
                  </a:lnTo>
                  <a:lnTo>
                    <a:pt x="323" y="1413440"/>
                  </a:lnTo>
                  <a:lnTo>
                    <a:pt x="0" y="1410157"/>
                  </a:lnTo>
                  <a:lnTo>
                    <a:pt x="0" y="1406842"/>
                  </a:lnTo>
                  <a:close/>
                </a:path>
              </a:pathLst>
            </a:custGeom>
            <a:ln w="190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064124" y="3141313"/>
            <a:ext cx="2503805" cy="1097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Inefficient</a:t>
            </a:r>
            <a:endParaRPr sz="1950" dirty="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930"/>
              </a:spcBef>
            </a:pP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Faculty</a:t>
            </a:r>
            <a:r>
              <a:rPr sz="1350" spc="-9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can't</a:t>
            </a:r>
            <a:r>
              <a:rPr sz="1350" spc="-8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physically observe</a:t>
            </a:r>
            <a:r>
              <a:rPr sz="1350" spc="-9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every</a:t>
            </a:r>
            <a:r>
              <a:rPr sz="1350" spc="-9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student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simultaneously</a:t>
            </a:r>
            <a:r>
              <a:rPr sz="1350" spc="-10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in</a:t>
            </a:r>
            <a:r>
              <a:rPr sz="1350" spc="-10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1350" spc="-10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large</a:t>
            </a:r>
            <a:r>
              <a:rPr sz="1350" spc="-10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lab.</a:t>
            </a:r>
            <a:endParaRPr sz="1350" dirty="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43848" y="2971799"/>
            <a:ext cx="2886075" cy="1476375"/>
            <a:chOff x="7943848" y="2971799"/>
            <a:chExt cx="2886075" cy="1476375"/>
          </a:xfrm>
        </p:grpSpPr>
        <p:sp>
          <p:nvSpPr>
            <p:cNvPr id="10" name="object 10"/>
            <p:cNvSpPr/>
            <p:nvPr/>
          </p:nvSpPr>
          <p:spPr>
            <a:xfrm>
              <a:off x="7953373" y="2981324"/>
              <a:ext cx="2867025" cy="1457325"/>
            </a:xfrm>
            <a:custGeom>
              <a:avLst/>
              <a:gdLst/>
              <a:ahLst/>
              <a:cxnLst/>
              <a:rect l="l" t="t" r="r" b="b"/>
              <a:pathLst>
                <a:path w="2867025" h="1457325">
                  <a:moveTo>
                    <a:pt x="2819857" y="1457324"/>
                  </a:moveTo>
                  <a:lnTo>
                    <a:pt x="47168" y="1457324"/>
                  </a:lnTo>
                  <a:lnTo>
                    <a:pt x="43885" y="1457000"/>
                  </a:lnTo>
                  <a:lnTo>
                    <a:pt x="10348" y="1437644"/>
                  </a:lnTo>
                  <a:lnTo>
                    <a:pt x="0" y="1410156"/>
                  </a:lnTo>
                  <a:lnTo>
                    <a:pt x="0" y="140684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8" y="0"/>
                  </a:lnTo>
                  <a:lnTo>
                    <a:pt x="2819857" y="0"/>
                  </a:lnTo>
                  <a:lnTo>
                    <a:pt x="2854581" y="17128"/>
                  </a:lnTo>
                  <a:lnTo>
                    <a:pt x="2867024" y="47167"/>
                  </a:lnTo>
                  <a:lnTo>
                    <a:pt x="2867024" y="1410156"/>
                  </a:lnTo>
                  <a:lnTo>
                    <a:pt x="2849896" y="1444882"/>
                  </a:lnTo>
                  <a:lnTo>
                    <a:pt x="2823139" y="1457000"/>
                  </a:lnTo>
                  <a:lnTo>
                    <a:pt x="2819857" y="145732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53373" y="2981324"/>
              <a:ext cx="2867025" cy="1457325"/>
            </a:xfrm>
            <a:custGeom>
              <a:avLst/>
              <a:gdLst/>
              <a:ahLst/>
              <a:cxnLst/>
              <a:rect l="l" t="t" r="r" b="b"/>
              <a:pathLst>
                <a:path w="2867025" h="1457325">
                  <a:moveTo>
                    <a:pt x="0" y="140684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3" y="34225"/>
                  </a:lnTo>
                  <a:lnTo>
                    <a:pt x="3842" y="31163"/>
                  </a:lnTo>
                  <a:lnTo>
                    <a:pt x="5110" y="28100"/>
                  </a:lnTo>
                  <a:lnTo>
                    <a:pt x="6665" y="25191"/>
                  </a:lnTo>
                  <a:lnTo>
                    <a:pt x="8507" y="22435"/>
                  </a:lnTo>
                  <a:lnTo>
                    <a:pt x="10348" y="19679"/>
                  </a:lnTo>
                  <a:lnTo>
                    <a:pt x="12441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9"/>
                  </a:lnTo>
                  <a:lnTo>
                    <a:pt x="22435" y="8507"/>
                  </a:lnTo>
                  <a:lnTo>
                    <a:pt x="25191" y="6665"/>
                  </a:lnTo>
                  <a:lnTo>
                    <a:pt x="28101" y="5110"/>
                  </a:lnTo>
                  <a:lnTo>
                    <a:pt x="31163" y="3842"/>
                  </a:lnTo>
                  <a:lnTo>
                    <a:pt x="34225" y="2574"/>
                  </a:lnTo>
                  <a:lnTo>
                    <a:pt x="50482" y="0"/>
                  </a:lnTo>
                  <a:lnTo>
                    <a:pt x="2816542" y="0"/>
                  </a:lnTo>
                  <a:lnTo>
                    <a:pt x="2852239" y="14785"/>
                  </a:lnTo>
                  <a:lnTo>
                    <a:pt x="2854581" y="17129"/>
                  </a:lnTo>
                  <a:lnTo>
                    <a:pt x="2856674" y="19679"/>
                  </a:lnTo>
                  <a:lnTo>
                    <a:pt x="2858515" y="22435"/>
                  </a:lnTo>
                  <a:lnTo>
                    <a:pt x="2860358" y="25191"/>
                  </a:lnTo>
                  <a:lnTo>
                    <a:pt x="2866054" y="40633"/>
                  </a:lnTo>
                  <a:lnTo>
                    <a:pt x="2866700" y="43884"/>
                  </a:lnTo>
                  <a:lnTo>
                    <a:pt x="2867024" y="47167"/>
                  </a:lnTo>
                  <a:lnTo>
                    <a:pt x="2867025" y="50482"/>
                  </a:lnTo>
                  <a:lnTo>
                    <a:pt x="2867025" y="1406842"/>
                  </a:lnTo>
                  <a:lnTo>
                    <a:pt x="2867024" y="1410157"/>
                  </a:lnTo>
                  <a:lnTo>
                    <a:pt x="2866700" y="1413440"/>
                  </a:lnTo>
                  <a:lnTo>
                    <a:pt x="2866054" y="1416690"/>
                  </a:lnTo>
                  <a:lnTo>
                    <a:pt x="2865407" y="1419941"/>
                  </a:lnTo>
                  <a:lnTo>
                    <a:pt x="2841832" y="1450658"/>
                  </a:lnTo>
                  <a:lnTo>
                    <a:pt x="2835859" y="1453481"/>
                  </a:lnTo>
                  <a:lnTo>
                    <a:pt x="2832798" y="1454750"/>
                  </a:lnTo>
                  <a:lnTo>
                    <a:pt x="2829641" y="1455707"/>
                  </a:lnTo>
                  <a:lnTo>
                    <a:pt x="2826389" y="1456354"/>
                  </a:lnTo>
                  <a:lnTo>
                    <a:pt x="2823139" y="1457001"/>
                  </a:lnTo>
                  <a:lnTo>
                    <a:pt x="2819857" y="1457324"/>
                  </a:lnTo>
                  <a:lnTo>
                    <a:pt x="2816542" y="1457324"/>
                  </a:lnTo>
                  <a:lnTo>
                    <a:pt x="50482" y="1457324"/>
                  </a:lnTo>
                  <a:lnTo>
                    <a:pt x="47168" y="1457324"/>
                  </a:lnTo>
                  <a:lnTo>
                    <a:pt x="43885" y="1457001"/>
                  </a:lnTo>
                  <a:lnTo>
                    <a:pt x="40633" y="1456354"/>
                  </a:lnTo>
                  <a:lnTo>
                    <a:pt x="37382" y="1455707"/>
                  </a:lnTo>
                  <a:lnTo>
                    <a:pt x="34225" y="1454750"/>
                  </a:lnTo>
                  <a:lnTo>
                    <a:pt x="31163" y="1453481"/>
                  </a:lnTo>
                  <a:lnTo>
                    <a:pt x="28101" y="1452213"/>
                  </a:lnTo>
                  <a:lnTo>
                    <a:pt x="25191" y="1450657"/>
                  </a:lnTo>
                  <a:lnTo>
                    <a:pt x="22435" y="1448816"/>
                  </a:lnTo>
                  <a:lnTo>
                    <a:pt x="19679" y="1446974"/>
                  </a:lnTo>
                  <a:lnTo>
                    <a:pt x="17129" y="1444882"/>
                  </a:lnTo>
                  <a:lnTo>
                    <a:pt x="14785" y="1442538"/>
                  </a:lnTo>
                  <a:lnTo>
                    <a:pt x="12441" y="1440194"/>
                  </a:lnTo>
                  <a:lnTo>
                    <a:pt x="10348" y="1437644"/>
                  </a:lnTo>
                  <a:lnTo>
                    <a:pt x="8507" y="1434888"/>
                  </a:lnTo>
                  <a:lnTo>
                    <a:pt x="6665" y="1432132"/>
                  </a:lnTo>
                  <a:lnTo>
                    <a:pt x="5110" y="1429223"/>
                  </a:lnTo>
                  <a:lnTo>
                    <a:pt x="3842" y="1426161"/>
                  </a:lnTo>
                  <a:lnTo>
                    <a:pt x="2573" y="1423098"/>
                  </a:lnTo>
                  <a:lnTo>
                    <a:pt x="1616" y="1419942"/>
                  </a:lnTo>
                  <a:lnTo>
                    <a:pt x="969" y="1416690"/>
                  </a:lnTo>
                  <a:lnTo>
                    <a:pt x="323" y="1413440"/>
                  </a:lnTo>
                  <a:lnTo>
                    <a:pt x="0" y="1410157"/>
                  </a:lnTo>
                  <a:lnTo>
                    <a:pt x="0" y="1406842"/>
                  </a:lnTo>
                  <a:close/>
                </a:path>
              </a:pathLst>
            </a:custGeom>
            <a:ln w="190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121650" y="3141313"/>
            <a:ext cx="2525395" cy="1097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Inaccurate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930"/>
              </a:spcBef>
            </a:pP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Visual</a:t>
            </a:r>
            <a:r>
              <a:rPr sz="1350" spc="-1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checks</a:t>
            </a:r>
            <a:r>
              <a:rPr sz="1350" spc="-1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miss</a:t>
            </a:r>
            <a:r>
              <a:rPr sz="1350" spc="-1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subtle</a:t>
            </a:r>
            <a:r>
              <a:rPr sz="1350" spc="-1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off-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task</a:t>
            </a:r>
            <a:r>
              <a:rPr sz="1350" spc="-10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behavior</a:t>
            </a:r>
            <a:r>
              <a:rPr sz="1350" spc="-10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like</a:t>
            </a:r>
            <a:r>
              <a:rPr sz="1350" spc="-10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browsing</a:t>
            </a:r>
            <a:r>
              <a:rPr sz="1350" spc="50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or</a:t>
            </a:r>
            <a:r>
              <a:rPr sz="1350" spc="-1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messaging.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86324" y="4619624"/>
            <a:ext cx="5943600" cy="1247775"/>
            <a:chOff x="4886324" y="4619624"/>
            <a:chExt cx="5943600" cy="1247775"/>
          </a:xfrm>
        </p:grpSpPr>
        <p:sp>
          <p:nvSpPr>
            <p:cNvPr id="14" name="object 14"/>
            <p:cNvSpPr/>
            <p:nvPr/>
          </p:nvSpPr>
          <p:spPr>
            <a:xfrm>
              <a:off x="4895849" y="4629149"/>
              <a:ext cx="5924550" cy="1228725"/>
            </a:xfrm>
            <a:custGeom>
              <a:avLst/>
              <a:gdLst/>
              <a:ahLst/>
              <a:cxnLst/>
              <a:rect l="l" t="t" r="r" b="b"/>
              <a:pathLst>
                <a:path w="5924550" h="1228725">
                  <a:moveTo>
                    <a:pt x="5877381" y="1228724"/>
                  </a:moveTo>
                  <a:lnTo>
                    <a:pt x="47167" y="1228724"/>
                  </a:lnTo>
                  <a:lnTo>
                    <a:pt x="43884" y="1228401"/>
                  </a:lnTo>
                  <a:lnTo>
                    <a:pt x="10348" y="1209044"/>
                  </a:lnTo>
                  <a:lnTo>
                    <a:pt x="0" y="1181556"/>
                  </a:lnTo>
                  <a:lnTo>
                    <a:pt x="0" y="117824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877381" y="0"/>
                  </a:lnTo>
                  <a:lnTo>
                    <a:pt x="5912106" y="17129"/>
                  </a:lnTo>
                  <a:lnTo>
                    <a:pt x="5924548" y="47167"/>
                  </a:lnTo>
                  <a:lnTo>
                    <a:pt x="5924548" y="1181556"/>
                  </a:lnTo>
                  <a:lnTo>
                    <a:pt x="5907420" y="1216282"/>
                  </a:lnTo>
                  <a:lnTo>
                    <a:pt x="5880663" y="1228401"/>
                  </a:lnTo>
                  <a:lnTo>
                    <a:pt x="5877381" y="122872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95849" y="4629149"/>
              <a:ext cx="5924550" cy="1228725"/>
            </a:xfrm>
            <a:custGeom>
              <a:avLst/>
              <a:gdLst/>
              <a:ahLst/>
              <a:cxnLst/>
              <a:rect l="l" t="t" r="r" b="b"/>
              <a:pathLst>
                <a:path w="5924550" h="1228725">
                  <a:moveTo>
                    <a:pt x="0" y="117824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8507" y="22435"/>
                  </a:lnTo>
                  <a:lnTo>
                    <a:pt x="10348" y="19679"/>
                  </a:lnTo>
                  <a:lnTo>
                    <a:pt x="12441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874066" y="0"/>
                  </a:lnTo>
                  <a:lnTo>
                    <a:pt x="5877381" y="0"/>
                  </a:lnTo>
                  <a:lnTo>
                    <a:pt x="5880663" y="323"/>
                  </a:lnTo>
                  <a:lnTo>
                    <a:pt x="5909763" y="14786"/>
                  </a:lnTo>
                  <a:lnTo>
                    <a:pt x="5912106" y="17129"/>
                  </a:lnTo>
                  <a:lnTo>
                    <a:pt x="5914198" y="19679"/>
                  </a:lnTo>
                  <a:lnTo>
                    <a:pt x="5916039" y="22435"/>
                  </a:lnTo>
                  <a:lnTo>
                    <a:pt x="5917882" y="25191"/>
                  </a:lnTo>
                  <a:lnTo>
                    <a:pt x="5924549" y="50482"/>
                  </a:lnTo>
                  <a:lnTo>
                    <a:pt x="5924549" y="1178242"/>
                  </a:lnTo>
                  <a:lnTo>
                    <a:pt x="5909763" y="1213938"/>
                  </a:lnTo>
                  <a:lnTo>
                    <a:pt x="5902113" y="1220216"/>
                  </a:lnTo>
                  <a:lnTo>
                    <a:pt x="5899356" y="1222057"/>
                  </a:lnTo>
                  <a:lnTo>
                    <a:pt x="5883913" y="1227754"/>
                  </a:lnTo>
                  <a:lnTo>
                    <a:pt x="5880663" y="1228401"/>
                  </a:lnTo>
                  <a:lnTo>
                    <a:pt x="5877381" y="1228724"/>
                  </a:lnTo>
                  <a:lnTo>
                    <a:pt x="5874066" y="1228724"/>
                  </a:lnTo>
                  <a:lnTo>
                    <a:pt x="50482" y="1228724"/>
                  </a:lnTo>
                  <a:lnTo>
                    <a:pt x="47167" y="1228724"/>
                  </a:lnTo>
                  <a:lnTo>
                    <a:pt x="43884" y="1228401"/>
                  </a:lnTo>
                  <a:lnTo>
                    <a:pt x="40633" y="1227754"/>
                  </a:lnTo>
                  <a:lnTo>
                    <a:pt x="37382" y="1227106"/>
                  </a:lnTo>
                  <a:lnTo>
                    <a:pt x="22435" y="1220216"/>
                  </a:lnTo>
                  <a:lnTo>
                    <a:pt x="19679" y="1218374"/>
                  </a:lnTo>
                  <a:lnTo>
                    <a:pt x="17129" y="1216282"/>
                  </a:lnTo>
                  <a:lnTo>
                    <a:pt x="14785" y="1213938"/>
                  </a:lnTo>
                  <a:lnTo>
                    <a:pt x="12441" y="1211594"/>
                  </a:lnTo>
                  <a:lnTo>
                    <a:pt x="10348" y="1209044"/>
                  </a:lnTo>
                  <a:lnTo>
                    <a:pt x="8507" y="1206287"/>
                  </a:lnTo>
                  <a:lnTo>
                    <a:pt x="6665" y="1203531"/>
                  </a:lnTo>
                  <a:lnTo>
                    <a:pt x="0" y="1181556"/>
                  </a:lnTo>
                  <a:lnTo>
                    <a:pt x="0" y="1178242"/>
                  </a:lnTo>
                  <a:close/>
                </a:path>
              </a:pathLst>
            </a:custGeom>
            <a:ln w="190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064124" y="4789137"/>
            <a:ext cx="4810125" cy="868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90" dirty="0">
                <a:solidFill>
                  <a:srgbClr val="66534E"/>
                </a:solidFill>
                <a:latin typeface="Tahoma"/>
                <a:cs typeface="Tahoma"/>
              </a:rPr>
              <a:t>Not</a:t>
            </a:r>
            <a:r>
              <a:rPr sz="1950" spc="-6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Scalable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855"/>
              </a:spcBef>
            </a:pP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As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lab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sizes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grow,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manual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oversight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becomes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practically impossible.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7" name="object 17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374" y="456406"/>
            <a:ext cx="2536826" cy="592470"/>
          </a:xfrm>
        </p:spPr>
        <p:txBody>
          <a:bodyPr/>
          <a:lstStyle/>
          <a:p>
            <a:r>
              <a:rPr lang="en-US" dirty="0" smtClean="0"/>
              <a:t>Work Flow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22" y="-24434"/>
            <a:ext cx="4800600" cy="7067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7374" y="2009775"/>
            <a:ext cx="5280026" cy="362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35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Collection </a:t>
            </a:r>
            <a:r>
              <a:rPr lang="en-US" sz="1350" smtClean="0">
                <a:latin typeface="Verdana" panose="020B0604030504040204" pitchFamily="34" charset="0"/>
                <a:ea typeface="Verdana" panose="020B0604030504040204" pitchFamily="34" charset="0"/>
              </a:rPr>
              <a:t>- Collecting </a:t>
            </a:r>
            <a:r>
              <a:rPr lang="en-US" sz="1350" dirty="0" smtClean="0">
                <a:latin typeface="Verdana" panose="020B0604030504040204" pitchFamily="34" charset="0"/>
                <a:ea typeface="Verdana" panose="020B0604030504040204" pitchFamily="34" charset="0"/>
              </a:rPr>
              <a:t>student activity data from attendance, LMS, and interactions.</a:t>
            </a:r>
          </a:p>
          <a:p>
            <a:endParaRPr lang="en-US" sz="135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13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 startAt="2"/>
            </a:pPr>
            <a:r>
              <a:rPr lang="en-US" sz="135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Processing -  Cleaning, normalizing, and preparing raw data for analysis.</a:t>
            </a:r>
          </a:p>
          <a:p>
            <a:endParaRPr lang="en-US" sz="135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135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 startAt="3"/>
            </a:pPr>
            <a:r>
              <a:rPr lang="en-US" sz="1350" dirty="0" smtClean="0">
                <a:latin typeface="Verdana" panose="020B0604030504040204" pitchFamily="34" charset="0"/>
                <a:ea typeface="Verdana" panose="020B0604030504040204" pitchFamily="34" charset="0"/>
              </a:rPr>
              <a:t>Engagement Classification - Categorizing students into high, medium, or low engagement based on scores.</a:t>
            </a:r>
          </a:p>
          <a:p>
            <a:pPr marL="342900" indent="-342900">
              <a:buAutoNum type="arabicPeriod" startAt="3"/>
            </a:pPr>
            <a:endParaRPr lang="en-US" sz="13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135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 startAt="4"/>
            </a:pPr>
            <a:r>
              <a:rPr lang="en-US" sz="135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Storage - Categorizing students into high, medium, or low engagement based on scores.</a:t>
            </a:r>
          </a:p>
          <a:p>
            <a:pPr marL="342900" indent="-342900">
              <a:buAutoNum type="arabicPeriod" startAt="4"/>
            </a:pPr>
            <a:endParaRPr lang="en-US" sz="13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 startAt="4"/>
            </a:pPr>
            <a:r>
              <a:rPr lang="en-US" sz="1350" dirty="0" smtClean="0">
                <a:latin typeface="Verdana" panose="020B0604030504040204" pitchFamily="34" charset="0"/>
                <a:ea typeface="Verdana" panose="020B0604030504040204" pitchFamily="34" charset="0"/>
              </a:rPr>
              <a:t>Dashboard Visualization - Displaying insights, trends, and engagement reports using charts and graphs.</a:t>
            </a:r>
            <a:endParaRPr lang="en-US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617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829425"/>
          </a:xfrm>
          <a:custGeom>
            <a:avLst/>
            <a:gdLst/>
            <a:ahLst/>
            <a:cxnLst/>
            <a:rect l="l" t="t" r="r" b="b"/>
            <a:pathLst>
              <a:path w="11430000" h="6829425">
                <a:moveTo>
                  <a:pt x="11429999" y="6829424"/>
                </a:moveTo>
                <a:lnTo>
                  <a:pt x="0" y="68294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829424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35" dirty="0"/>
              <a:t>What</a:t>
            </a:r>
            <a:r>
              <a:rPr spc="-114" dirty="0"/>
              <a:t> </a:t>
            </a:r>
            <a:r>
              <a:rPr dirty="0"/>
              <a:t>Faculty</a:t>
            </a:r>
            <a:r>
              <a:rPr spc="-110" dirty="0"/>
              <a:t> </a:t>
            </a:r>
            <a:r>
              <a:rPr dirty="0"/>
              <a:t>Can't</a:t>
            </a:r>
            <a:r>
              <a:rPr spc="-110" dirty="0"/>
              <a:t> </a:t>
            </a:r>
            <a:r>
              <a:rPr spc="-90" dirty="0"/>
              <a:t>See</a:t>
            </a:r>
            <a:r>
              <a:rPr spc="-110" dirty="0"/>
              <a:t> </a:t>
            </a:r>
            <a:r>
              <a:rPr spc="350" dirty="0"/>
              <a:t>—</a:t>
            </a:r>
            <a:r>
              <a:rPr spc="-110" dirty="0"/>
              <a:t> </a:t>
            </a:r>
            <a:r>
              <a:rPr dirty="0"/>
              <a:t>But</a:t>
            </a:r>
            <a:r>
              <a:rPr spc="-110" dirty="0"/>
              <a:t> </a:t>
            </a:r>
            <a:r>
              <a:rPr spc="-10" dirty="0"/>
              <a:t>Should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487" y="2940746"/>
            <a:ext cx="4576161" cy="258943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22858" y="5791078"/>
            <a:ext cx="4578350" cy="22225"/>
          </a:xfrm>
          <a:custGeom>
            <a:avLst/>
            <a:gdLst/>
            <a:ahLst/>
            <a:cxnLst/>
            <a:rect l="l" t="t" r="r" b="b"/>
            <a:pathLst>
              <a:path w="4578350" h="22225">
                <a:moveTo>
                  <a:pt x="4577790" y="21834"/>
                </a:moveTo>
                <a:lnTo>
                  <a:pt x="507360" y="21789"/>
                </a:lnTo>
                <a:lnTo>
                  <a:pt x="457476" y="21640"/>
                </a:lnTo>
                <a:lnTo>
                  <a:pt x="208043" y="21650"/>
                </a:lnTo>
                <a:lnTo>
                  <a:pt x="158159" y="21519"/>
                </a:lnTo>
                <a:lnTo>
                  <a:pt x="108279" y="21249"/>
                </a:lnTo>
                <a:lnTo>
                  <a:pt x="58402" y="20798"/>
                </a:lnTo>
                <a:lnTo>
                  <a:pt x="8530" y="20127"/>
                </a:lnTo>
                <a:lnTo>
                  <a:pt x="0" y="13472"/>
                </a:lnTo>
                <a:lnTo>
                  <a:pt x="652" y="8016"/>
                </a:lnTo>
                <a:lnTo>
                  <a:pt x="5655" y="5301"/>
                </a:lnTo>
                <a:lnTo>
                  <a:pt x="12027" y="4354"/>
                </a:lnTo>
                <a:lnTo>
                  <a:pt x="18453" y="3925"/>
                </a:lnTo>
                <a:lnTo>
                  <a:pt x="31353" y="3729"/>
                </a:lnTo>
                <a:lnTo>
                  <a:pt x="83183" y="2935"/>
                </a:lnTo>
                <a:lnTo>
                  <a:pt x="135013" y="2287"/>
                </a:lnTo>
                <a:lnTo>
                  <a:pt x="186843" y="1768"/>
                </a:lnTo>
                <a:lnTo>
                  <a:pt x="238673" y="1367"/>
                </a:lnTo>
                <a:lnTo>
                  <a:pt x="342333" y="860"/>
                </a:lnTo>
                <a:lnTo>
                  <a:pt x="445993" y="655"/>
                </a:lnTo>
                <a:lnTo>
                  <a:pt x="3377387" y="1259"/>
                </a:lnTo>
                <a:lnTo>
                  <a:pt x="4577790" y="0"/>
                </a:lnTo>
                <a:lnTo>
                  <a:pt x="4577790" y="21834"/>
                </a:lnTo>
                <a:close/>
              </a:path>
            </a:pathLst>
          </a:custGeom>
          <a:solidFill>
            <a:srgbClr val="6653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43700" y="244398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FF94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43700" y="372033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FF94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43700" y="5006214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FF94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66259" y="1745614"/>
            <a:ext cx="4166235" cy="414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0335">
              <a:lnSpc>
                <a:spcPct val="106500"/>
              </a:lnSpc>
              <a:spcBef>
                <a:spcPts val="100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Without</a:t>
            </a:r>
            <a:r>
              <a:rPr sz="1350" spc="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1350" spc="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real-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time</a:t>
            </a:r>
            <a:r>
              <a:rPr sz="1350" spc="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monitoring</a:t>
            </a:r>
            <a:r>
              <a:rPr sz="1350" spc="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system,</a:t>
            </a:r>
            <a:r>
              <a:rPr sz="1350" spc="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critical </a:t>
            </a:r>
            <a:r>
              <a:rPr sz="1350" spc="10" dirty="0">
                <a:solidFill>
                  <a:srgbClr val="66534E"/>
                </a:solidFill>
                <a:latin typeface="Verdana"/>
                <a:cs typeface="Verdana"/>
              </a:rPr>
              <a:t>engagement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10" dirty="0">
                <a:solidFill>
                  <a:srgbClr val="66534E"/>
                </a:solidFill>
                <a:latin typeface="Verdana"/>
                <a:cs typeface="Verdana"/>
              </a:rPr>
              <a:t>gaps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50" dirty="0">
                <a:solidFill>
                  <a:srgbClr val="66534E"/>
                </a:solidFill>
                <a:latin typeface="Verdana"/>
                <a:cs typeface="Verdana"/>
              </a:rPr>
              <a:t>go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undetected: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Verdana"/>
              <a:cs typeface="Verdana"/>
            </a:endParaRPr>
          </a:p>
          <a:p>
            <a:pPr marL="569595">
              <a:lnSpc>
                <a:spcPct val="100000"/>
              </a:lnSpc>
              <a:spcBef>
                <a:spcPts val="5"/>
              </a:spcBef>
            </a:pPr>
            <a:r>
              <a:rPr sz="1950" spc="85" dirty="0">
                <a:solidFill>
                  <a:srgbClr val="66534E"/>
                </a:solidFill>
                <a:latin typeface="Tahoma"/>
                <a:cs typeface="Tahoma"/>
              </a:rPr>
              <a:t>Who</a:t>
            </a:r>
            <a:r>
              <a:rPr sz="1950" spc="-7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5" dirty="0">
                <a:solidFill>
                  <a:srgbClr val="66534E"/>
                </a:solidFill>
                <a:latin typeface="Tahoma"/>
                <a:cs typeface="Tahoma"/>
              </a:rPr>
              <a:t>is</a:t>
            </a:r>
            <a:r>
              <a:rPr sz="1950" spc="-7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actively</a:t>
            </a:r>
            <a:r>
              <a:rPr sz="1950" spc="-7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working?</a:t>
            </a:r>
            <a:endParaRPr sz="1950">
              <a:latin typeface="Tahoma"/>
              <a:cs typeface="Tahoma"/>
            </a:endParaRPr>
          </a:p>
          <a:p>
            <a:pPr marL="569595" marR="466090">
              <a:lnSpc>
                <a:spcPct val="111100"/>
              </a:lnSpc>
              <a:spcBef>
                <a:spcPts val="1305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No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visibility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into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which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students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are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genuinely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focused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on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their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lab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tasks.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350">
              <a:latin typeface="Verdana"/>
              <a:cs typeface="Verdana"/>
            </a:endParaRPr>
          </a:p>
          <a:p>
            <a:pPr marL="569595">
              <a:lnSpc>
                <a:spcPct val="100000"/>
              </a:lnSpc>
            </a:pPr>
            <a:r>
              <a:rPr sz="1950" spc="85" dirty="0">
                <a:solidFill>
                  <a:srgbClr val="66534E"/>
                </a:solidFill>
                <a:latin typeface="Tahoma"/>
                <a:cs typeface="Tahoma"/>
              </a:rPr>
              <a:t>Who</a:t>
            </a:r>
            <a:r>
              <a:rPr sz="1950" spc="-6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5" dirty="0">
                <a:solidFill>
                  <a:srgbClr val="66534E"/>
                </a:solidFill>
                <a:latin typeface="Tahoma"/>
                <a:cs typeface="Tahoma"/>
              </a:rPr>
              <a:t>is</a:t>
            </a:r>
            <a:r>
              <a:rPr sz="1950" spc="-6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20" dirty="0">
                <a:solidFill>
                  <a:srgbClr val="66534E"/>
                </a:solidFill>
                <a:latin typeface="Tahoma"/>
                <a:cs typeface="Tahoma"/>
              </a:rPr>
              <a:t>idle?</a:t>
            </a:r>
            <a:endParaRPr sz="1950">
              <a:latin typeface="Tahoma"/>
              <a:cs typeface="Tahoma"/>
            </a:endParaRPr>
          </a:p>
          <a:p>
            <a:pPr marL="569595" marR="13335">
              <a:lnSpc>
                <a:spcPct val="106500"/>
              </a:lnSpc>
              <a:spcBef>
                <a:spcPts val="1455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Students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50" dirty="0">
                <a:solidFill>
                  <a:srgbClr val="66534E"/>
                </a:solidFill>
                <a:latin typeface="Verdana"/>
                <a:cs typeface="Verdana"/>
              </a:rPr>
              <a:t>who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have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stopped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working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may </a:t>
            </a:r>
            <a:r>
              <a:rPr sz="1350" spc="50" dirty="0">
                <a:solidFill>
                  <a:srgbClr val="66534E"/>
                </a:solidFill>
                <a:latin typeface="Verdana"/>
                <a:cs typeface="Verdana"/>
              </a:rPr>
              <a:t>go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unnoticed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for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extended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periods.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350">
              <a:latin typeface="Verdana"/>
              <a:cs typeface="Verdana"/>
            </a:endParaRPr>
          </a:p>
          <a:p>
            <a:pPr marL="569595">
              <a:lnSpc>
                <a:spcPct val="100000"/>
              </a:lnSpc>
            </a:pPr>
            <a:r>
              <a:rPr sz="1950" spc="85" dirty="0">
                <a:solidFill>
                  <a:srgbClr val="66534E"/>
                </a:solidFill>
                <a:latin typeface="Tahoma"/>
                <a:cs typeface="Tahoma"/>
              </a:rPr>
              <a:t>Who</a:t>
            </a:r>
            <a:r>
              <a:rPr sz="1950" spc="-2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5" dirty="0">
                <a:solidFill>
                  <a:srgbClr val="66534E"/>
                </a:solidFill>
                <a:latin typeface="Tahoma"/>
                <a:cs typeface="Tahoma"/>
              </a:rPr>
              <a:t>is</a:t>
            </a:r>
            <a:r>
              <a:rPr sz="1950" spc="-2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off-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task?</a:t>
            </a:r>
            <a:endParaRPr sz="1950">
              <a:latin typeface="Tahoma"/>
              <a:cs typeface="Tahoma"/>
            </a:endParaRPr>
          </a:p>
          <a:p>
            <a:pPr marL="569595" marR="5080">
              <a:lnSpc>
                <a:spcPct val="106500"/>
              </a:lnSpc>
              <a:spcBef>
                <a:spcPts val="1455"/>
              </a:spcBef>
            </a:pP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Distractions</a:t>
            </a:r>
            <a:r>
              <a:rPr sz="1350" spc="-6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like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social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media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or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unrelated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browsing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remain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invisible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to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faculty.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0" name="object 10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319266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781800"/>
          </a:xfrm>
          <a:custGeom>
            <a:avLst/>
            <a:gdLst/>
            <a:ahLst/>
            <a:cxnLst/>
            <a:rect l="l" t="t" r="r" b="b"/>
            <a:pathLst>
              <a:path w="11430000" h="6781800">
                <a:moveTo>
                  <a:pt x="11429999" y="6781799"/>
                </a:moveTo>
                <a:lnTo>
                  <a:pt x="0" y="67817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781799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-120" dirty="0"/>
              <a:t> </a:t>
            </a:r>
            <a:r>
              <a:rPr spc="-25" dirty="0"/>
              <a:t>Solution:</a:t>
            </a:r>
            <a:r>
              <a:rPr spc="-120" dirty="0"/>
              <a:t> </a:t>
            </a:r>
            <a:r>
              <a:rPr spc="300" dirty="0"/>
              <a:t>A</a:t>
            </a:r>
            <a:r>
              <a:rPr spc="-114" dirty="0"/>
              <a:t> </a:t>
            </a:r>
            <a:r>
              <a:rPr spc="-20" dirty="0"/>
              <a:t>Live</a:t>
            </a:r>
            <a:r>
              <a:rPr spc="-120" dirty="0"/>
              <a:t> </a:t>
            </a:r>
            <a:r>
              <a:rPr dirty="0"/>
              <a:t>Engagement</a:t>
            </a:r>
            <a:r>
              <a:rPr spc="-120" dirty="0"/>
              <a:t> </a:t>
            </a:r>
            <a:r>
              <a:rPr spc="-10" dirty="0"/>
              <a:t>Dashboard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4" y="1412239"/>
            <a:ext cx="101631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real-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time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system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that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continuously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collects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activity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data,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classifies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engagement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states,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and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displays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them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on a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live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dashboard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—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giving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faculty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instant,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actionable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visibility.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62" y="2200325"/>
            <a:ext cx="5798517" cy="20366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000730" y="4583610"/>
            <a:ext cx="1287780" cy="721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20675">
              <a:lnSpc>
                <a:spcPct val="111300"/>
              </a:lnSpc>
              <a:spcBef>
                <a:spcPts val="90"/>
              </a:spcBef>
            </a:pPr>
            <a:r>
              <a:rPr sz="2050" spc="-20" dirty="0">
                <a:solidFill>
                  <a:srgbClr val="66534E"/>
                </a:solidFill>
                <a:latin typeface="Tahoma"/>
                <a:cs typeface="Tahoma"/>
              </a:rPr>
              <a:t>Show </a:t>
            </a:r>
            <a:r>
              <a:rPr sz="2050" spc="-10" dirty="0">
                <a:solidFill>
                  <a:srgbClr val="66534E"/>
                </a:solidFill>
                <a:latin typeface="Tahoma"/>
                <a:cs typeface="Tahoma"/>
              </a:rPr>
              <a:t>Dashboard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3471" y="4583610"/>
            <a:ext cx="857885" cy="721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2080" marR="5080" indent="-120014">
              <a:lnSpc>
                <a:spcPct val="111300"/>
              </a:lnSpc>
              <a:spcBef>
                <a:spcPts val="90"/>
              </a:spcBef>
            </a:pPr>
            <a:r>
              <a:rPr sz="2050" spc="-35" dirty="0">
                <a:solidFill>
                  <a:srgbClr val="66534E"/>
                </a:solidFill>
                <a:latin typeface="Tahoma"/>
                <a:cs typeface="Tahoma"/>
              </a:rPr>
              <a:t>Classify </a:t>
            </a:r>
            <a:r>
              <a:rPr sz="2050" spc="-10" dirty="0">
                <a:solidFill>
                  <a:srgbClr val="66534E"/>
                </a:solidFill>
                <a:latin typeface="Tahoma"/>
                <a:cs typeface="Tahoma"/>
              </a:rPr>
              <a:t>State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7421" y="4787751"/>
            <a:ext cx="1483995" cy="3435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70" dirty="0">
                <a:solidFill>
                  <a:srgbClr val="66534E"/>
                </a:solidFill>
                <a:latin typeface="Tahoma"/>
                <a:cs typeface="Tahoma"/>
              </a:rPr>
              <a:t>Collect</a:t>
            </a:r>
            <a:r>
              <a:rPr sz="2050" spc="-6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2050" spc="-20" dirty="0">
                <a:solidFill>
                  <a:srgbClr val="66534E"/>
                </a:solidFill>
                <a:latin typeface="Tahoma"/>
                <a:cs typeface="Tahoma"/>
              </a:rPr>
              <a:t>Data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374" y="5822314"/>
            <a:ext cx="10027920" cy="46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system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operates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automatically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in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background,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requiring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no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manual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input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from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faculty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or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students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during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lab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sessions.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0" name="object 10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2674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4" y="1761331"/>
            <a:ext cx="7584440" cy="617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Visual</a:t>
            </a:r>
            <a:r>
              <a:rPr spc="-185" dirty="0"/>
              <a:t> </a:t>
            </a:r>
            <a:r>
              <a:rPr spc="-75" dirty="0"/>
              <a:t>Status</a:t>
            </a:r>
            <a:r>
              <a:rPr spc="-185" dirty="0"/>
              <a:t> </a:t>
            </a:r>
            <a:r>
              <a:rPr dirty="0"/>
              <a:t>Indicators</a:t>
            </a:r>
            <a:r>
              <a:rPr spc="-180" dirty="0"/>
              <a:t> </a:t>
            </a:r>
            <a:r>
              <a:rPr spc="65" dirty="0"/>
              <a:t>at</a:t>
            </a:r>
            <a:r>
              <a:rPr spc="-185" dirty="0"/>
              <a:t> </a:t>
            </a:r>
            <a:r>
              <a:rPr dirty="0"/>
              <a:t>a</a:t>
            </a:r>
            <a:r>
              <a:rPr spc="-185" dirty="0"/>
              <a:t> </a:t>
            </a:r>
            <a:r>
              <a:rPr spc="55" dirty="0"/>
              <a:t>Glance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4" y="2749550"/>
            <a:ext cx="88792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Faculty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see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entire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lab's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engagement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status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instantly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through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 a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simple,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intuitive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color-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coded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system.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4" y="3181349"/>
            <a:ext cx="10229850" cy="1476375"/>
            <a:chOff x="600074" y="3181349"/>
            <a:chExt cx="10229850" cy="1476375"/>
          </a:xfrm>
        </p:grpSpPr>
        <p:sp>
          <p:nvSpPr>
            <p:cNvPr id="5" name="object 5"/>
            <p:cNvSpPr/>
            <p:nvPr/>
          </p:nvSpPr>
          <p:spPr>
            <a:xfrm>
              <a:off x="609599" y="3190874"/>
              <a:ext cx="10210800" cy="1457325"/>
            </a:xfrm>
            <a:custGeom>
              <a:avLst/>
              <a:gdLst/>
              <a:ahLst/>
              <a:cxnLst/>
              <a:rect l="l" t="t" r="r" b="b"/>
              <a:pathLst>
                <a:path w="10210800" h="1457325">
                  <a:moveTo>
                    <a:pt x="10163631" y="1457324"/>
                  </a:moveTo>
                  <a:lnTo>
                    <a:pt x="47167" y="1457324"/>
                  </a:lnTo>
                  <a:lnTo>
                    <a:pt x="43884" y="1457001"/>
                  </a:lnTo>
                  <a:lnTo>
                    <a:pt x="10349" y="1437644"/>
                  </a:lnTo>
                  <a:lnTo>
                    <a:pt x="0" y="1410157"/>
                  </a:lnTo>
                  <a:lnTo>
                    <a:pt x="0" y="140684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10163631" y="0"/>
                  </a:lnTo>
                  <a:lnTo>
                    <a:pt x="10198355" y="17129"/>
                  </a:lnTo>
                  <a:lnTo>
                    <a:pt x="10210798" y="47167"/>
                  </a:lnTo>
                  <a:lnTo>
                    <a:pt x="10210798" y="1410157"/>
                  </a:lnTo>
                  <a:lnTo>
                    <a:pt x="10193670" y="1444882"/>
                  </a:lnTo>
                  <a:lnTo>
                    <a:pt x="10166913" y="1457001"/>
                  </a:lnTo>
                  <a:lnTo>
                    <a:pt x="10163631" y="145732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599" y="3190874"/>
              <a:ext cx="10210800" cy="1457325"/>
            </a:xfrm>
            <a:custGeom>
              <a:avLst/>
              <a:gdLst/>
              <a:ahLst/>
              <a:cxnLst/>
              <a:rect l="l" t="t" r="r" b="b"/>
              <a:pathLst>
                <a:path w="10210800" h="1457325">
                  <a:moveTo>
                    <a:pt x="0" y="140684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9"/>
                  </a:lnTo>
                  <a:lnTo>
                    <a:pt x="22435" y="8507"/>
                  </a:lnTo>
                  <a:lnTo>
                    <a:pt x="25191" y="6665"/>
                  </a:lnTo>
                  <a:lnTo>
                    <a:pt x="28101" y="5110"/>
                  </a:lnTo>
                  <a:lnTo>
                    <a:pt x="31163" y="3842"/>
                  </a:lnTo>
                  <a:lnTo>
                    <a:pt x="34225" y="2574"/>
                  </a:lnTo>
                  <a:lnTo>
                    <a:pt x="37382" y="1616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10160316" y="0"/>
                  </a:lnTo>
                  <a:lnTo>
                    <a:pt x="10163631" y="0"/>
                  </a:lnTo>
                  <a:lnTo>
                    <a:pt x="10166913" y="323"/>
                  </a:lnTo>
                  <a:lnTo>
                    <a:pt x="10170164" y="970"/>
                  </a:lnTo>
                  <a:lnTo>
                    <a:pt x="10173415" y="1616"/>
                  </a:lnTo>
                  <a:lnTo>
                    <a:pt x="10188363" y="8507"/>
                  </a:lnTo>
                  <a:lnTo>
                    <a:pt x="10191120" y="10349"/>
                  </a:lnTo>
                  <a:lnTo>
                    <a:pt x="10193670" y="12441"/>
                  </a:lnTo>
                  <a:lnTo>
                    <a:pt x="10196012" y="14785"/>
                  </a:lnTo>
                  <a:lnTo>
                    <a:pt x="10198355" y="17129"/>
                  </a:lnTo>
                  <a:lnTo>
                    <a:pt x="10200448" y="19679"/>
                  </a:lnTo>
                  <a:lnTo>
                    <a:pt x="10202289" y="22435"/>
                  </a:lnTo>
                  <a:lnTo>
                    <a:pt x="10204132" y="25191"/>
                  </a:lnTo>
                  <a:lnTo>
                    <a:pt x="10210799" y="50482"/>
                  </a:lnTo>
                  <a:lnTo>
                    <a:pt x="10210799" y="1406842"/>
                  </a:lnTo>
                  <a:lnTo>
                    <a:pt x="10210798" y="1410157"/>
                  </a:lnTo>
                  <a:lnTo>
                    <a:pt x="10210474" y="1413440"/>
                  </a:lnTo>
                  <a:lnTo>
                    <a:pt x="10209828" y="1416691"/>
                  </a:lnTo>
                  <a:lnTo>
                    <a:pt x="10209181" y="1419942"/>
                  </a:lnTo>
                  <a:lnTo>
                    <a:pt x="10185606" y="1450658"/>
                  </a:lnTo>
                  <a:lnTo>
                    <a:pt x="10179633" y="1453481"/>
                  </a:lnTo>
                  <a:lnTo>
                    <a:pt x="10176572" y="1454750"/>
                  </a:lnTo>
                  <a:lnTo>
                    <a:pt x="10173415" y="1455707"/>
                  </a:lnTo>
                  <a:lnTo>
                    <a:pt x="10170163" y="1456354"/>
                  </a:lnTo>
                  <a:lnTo>
                    <a:pt x="10166913" y="1457001"/>
                  </a:lnTo>
                  <a:lnTo>
                    <a:pt x="10163631" y="1457324"/>
                  </a:lnTo>
                  <a:lnTo>
                    <a:pt x="10160316" y="1457324"/>
                  </a:lnTo>
                  <a:lnTo>
                    <a:pt x="50482" y="1457324"/>
                  </a:lnTo>
                  <a:lnTo>
                    <a:pt x="47167" y="1457324"/>
                  </a:lnTo>
                  <a:lnTo>
                    <a:pt x="43884" y="1457001"/>
                  </a:lnTo>
                  <a:lnTo>
                    <a:pt x="40633" y="1456354"/>
                  </a:lnTo>
                  <a:lnTo>
                    <a:pt x="37382" y="1455707"/>
                  </a:lnTo>
                  <a:lnTo>
                    <a:pt x="34226" y="1454750"/>
                  </a:lnTo>
                  <a:lnTo>
                    <a:pt x="31163" y="1453481"/>
                  </a:lnTo>
                  <a:lnTo>
                    <a:pt x="28101" y="1452213"/>
                  </a:lnTo>
                  <a:lnTo>
                    <a:pt x="8507" y="1434888"/>
                  </a:lnTo>
                  <a:lnTo>
                    <a:pt x="6666" y="1432132"/>
                  </a:lnTo>
                  <a:lnTo>
                    <a:pt x="969" y="1416690"/>
                  </a:lnTo>
                  <a:lnTo>
                    <a:pt x="323" y="1413440"/>
                  </a:lnTo>
                  <a:lnTo>
                    <a:pt x="0" y="1410157"/>
                  </a:lnTo>
                  <a:lnTo>
                    <a:pt x="0" y="1406842"/>
                  </a:lnTo>
                  <a:close/>
                </a:path>
              </a:pathLst>
            </a:custGeom>
            <a:ln w="190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9124" y="3200399"/>
              <a:ext cx="3400425" cy="1438275"/>
            </a:xfrm>
            <a:custGeom>
              <a:avLst/>
              <a:gdLst/>
              <a:ahLst/>
              <a:cxnLst/>
              <a:rect l="l" t="t" r="r" b="b"/>
              <a:pathLst>
                <a:path w="3400425" h="1438275">
                  <a:moveTo>
                    <a:pt x="3400424" y="1438274"/>
                  </a:moveTo>
                  <a:lnTo>
                    <a:pt x="56067" y="1438274"/>
                  </a:lnTo>
                  <a:lnTo>
                    <a:pt x="20361" y="1423484"/>
                  </a:lnTo>
                  <a:lnTo>
                    <a:pt x="384" y="1386109"/>
                  </a:lnTo>
                  <a:lnTo>
                    <a:pt x="0" y="1382207"/>
                  </a:lnTo>
                  <a:lnTo>
                    <a:pt x="0" y="1378267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5" y="384"/>
                  </a:lnTo>
                  <a:lnTo>
                    <a:pt x="56067" y="0"/>
                  </a:lnTo>
                  <a:lnTo>
                    <a:pt x="3400424" y="0"/>
                  </a:lnTo>
                  <a:lnTo>
                    <a:pt x="3400424" y="143827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7874" y="3307067"/>
            <a:ext cx="2715895" cy="9220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50" b="1" spc="7695" dirty="0">
                <a:latin typeface="Roboto Bk"/>
                <a:cs typeface="Roboto Bk"/>
              </a:rPr>
              <a:t>🟢</a:t>
            </a:r>
            <a:r>
              <a:rPr sz="2250" b="1" spc="-50" dirty="0">
                <a:latin typeface="Roboto Bk"/>
                <a:cs typeface="Roboto Bk"/>
              </a:rPr>
              <a:t> </a:t>
            </a: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Green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155" dirty="0">
                <a:solidFill>
                  <a:srgbClr val="66534E"/>
                </a:solidFill>
                <a:latin typeface="Tahoma"/>
                <a:cs typeface="Tahoma"/>
              </a:rPr>
              <a:t>—</a:t>
            </a:r>
            <a:r>
              <a:rPr sz="1950" spc="-1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475" dirty="0">
                <a:solidFill>
                  <a:srgbClr val="66534E"/>
                </a:solidFill>
                <a:latin typeface="Tahoma"/>
                <a:cs typeface="Tahoma"/>
              </a:rPr>
              <a:t>Active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870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is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actively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working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and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engaged</a:t>
            </a:r>
            <a:r>
              <a:rPr sz="1350" spc="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with</a:t>
            </a:r>
            <a:r>
              <a:rPr sz="1350" spc="3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lab</a:t>
            </a:r>
            <a:r>
              <a:rPr sz="1350" spc="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tasks.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19549" y="3200399"/>
            <a:ext cx="3390900" cy="1438275"/>
            <a:chOff x="4019549" y="3200399"/>
            <a:chExt cx="3390900" cy="1438275"/>
          </a:xfrm>
        </p:grpSpPr>
        <p:sp>
          <p:nvSpPr>
            <p:cNvPr id="10" name="object 10"/>
            <p:cNvSpPr/>
            <p:nvPr/>
          </p:nvSpPr>
          <p:spPr>
            <a:xfrm>
              <a:off x="4019549" y="3200399"/>
              <a:ext cx="3390900" cy="1438275"/>
            </a:xfrm>
            <a:custGeom>
              <a:avLst/>
              <a:gdLst/>
              <a:ahLst/>
              <a:cxnLst/>
              <a:rect l="l" t="t" r="r" b="b"/>
              <a:pathLst>
                <a:path w="3390900" h="1438275">
                  <a:moveTo>
                    <a:pt x="3390899" y="1438274"/>
                  </a:moveTo>
                  <a:lnTo>
                    <a:pt x="0" y="1438274"/>
                  </a:lnTo>
                  <a:lnTo>
                    <a:pt x="0" y="0"/>
                  </a:lnTo>
                  <a:lnTo>
                    <a:pt x="3390899" y="0"/>
                  </a:lnTo>
                  <a:lnTo>
                    <a:pt x="3390899" y="143827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19549" y="3200399"/>
              <a:ext cx="19050" cy="1438275"/>
            </a:xfrm>
            <a:custGeom>
              <a:avLst/>
              <a:gdLst/>
              <a:ahLst/>
              <a:cxnLst/>
              <a:rect l="l" t="t" r="r" b="b"/>
              <a:pathLst>
                <a:path w="19050" h="1438275">
                  <a:moveTo>
                    <a:pt x="12155" y="1438274"/>
                  </a:moveTo>
                  <a:lnTo>
                    <a:pt x="6894" y="1438274"/>
                  </a:lnTo>
                  <a:lnTo>
                    <a:pt x="4649" y="1437344"/>
                  </a:lnTo>
                  <a:lnTo>
                    <a:pt x="929" y="1433624"/>
                  </a:lnTo>
                  <a:lnTo>
                    <a:pt x="0" y="1431379"/>
                  </a:lnTo>
                  <a:lnTo>
                    <a:pt x="0" y="1428749"/>
                  </a:lnTo>
                  <a:lnTo>
                    <a:pt x="0" y="6894"/>
                  </a:lnTo>
                  <a:lnTo>
                    <a:pt x="929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12155" y="0"/>
                  </a:lnTo>
                  <a:lnTo>
                    <a:pt x="14399" y="929"/>
                  </a:lnTo>
                  <a:lnTo>
                    <a:pt x="18119" y="4649"/>
                  </a:lnTo>
                  <a:lnTo>
                    <a:pt x="19049" y="6894"/>
                  </a:lnTo>
                  <a:lnTo>
                    <a:pt x="19049" y="1431379"/>
                  </a:lnTo>
                  <a:lnTo>
                    <a:pt x="18119" y="1433624"/>
                  </a:lnTo>
                  <a:lnTo>
                    <a:pt x="14399" y="1437344"/>
                  </a:lnTo>
                  <a:lnTo>
                    <a:pt x="12155" y="1438274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175025" y="3307067"/>
            <a:ext cx="2690495" cy="9220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50" b="1" spc="7695" dirty="0">
                <a:latin typeface="Roboto Bk"/>
                <a:cs typeface="Roboto Bk"/>
              </a:rPr>
              <a:t>🟡</a:t>
            </a:r>
            <a:r>
              <a:rPr sz="2250" b="1" spc="-100" dirty="0">
                <a:latin typeface="Roboto Bk"/>
                <a:cs typeface="Roboto Bk"/>
              </a:rPr>
              <a:t> </a:t>
            </a: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Yellow</a:t>
            </a:r>
            <a:r>
              <a:rPr sz="1950" spc="-7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155" dirty="0">
                <a:solidFill>
                  <a:srgbClr val="66534E"/>
                </a:solidFill>
                <a:latin typeface="Tahoma"/>
                <a:cs typeface="Tahoma"/>
              </a:rPr>
              <a:t>—</a:t>
            </a:r>
            <a:r>
              <a:rPr sz="1950" spc="-7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350" dirty="0">
                <a:solidFill>
                  <a:srgbClr val="66534E"/>
                </a:solidFill>
                <a:latin typeface="Tahoma"/>
                <a:cs typeface="Tahoma"/>
              </a:rPr>
              <a:t>Idle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870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</a:t>
            </a:r>
            <a:r>
              <a:rPr sz="1350" spc="-6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has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been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inactive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for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a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defined</a:t>
            </a:r>
            <a:r>
              <a:rPr sz="1350" spc="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threshold</a:t>
            </a:r>
            <a:r>
              <a:rPr sz="1350" spc="3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period.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410449" y="3200399"/>
            <a:ext cx="3400425" cy="1438275"/>
            <a:chOff x="7410449" y="3200399"/>
            <a:chExt cx="3400425" cy="1438275"/>
          </a:xfrm>
        </p:grpSpPr>
        <p:sp>
          <p:nvSpPr>
            <p:cNvPr id="14" name="object 14"/>
            <p:cNvSpPr/>
            <p:nvPr/>
          </p:nvSpPr>
          <p:spPr>
            <a:xfrm>
              <a:off x="7410449" y="3200399"/>
              <a:ext cx="3400425" cy="1438275"/>
            </a:xfrm>
            <a:custGeom>
              <a:avLst/>
              <a:gdLst/>
              <a:ahLst/>
              <a:cxnLst/>
              <a:rect l="l" t="t" r="r" b="b"/>
              <a:pathLst>
                <a:path w="3400425" h="1438275">
                  <a:moveTo>
                    <a:pt x="3344357" y="1438274"/>
                  </a:moveTo>
                  <a:lnTo>
                    <a:pt x="0" y="1438274"/>
                  </a:lnTo>
                  <a:lnTo>
                    <a:pt x="0" y="0"/>
                  </a:lnTo>
                  <a:lnTo>
                    <a:pt x="3344357" y="0"/>
                  </a:lnTo>
                  <a:lnTo>
                    <a:pt x="3348259" y="384"/>
                  </a:lnTo>
                  <a:lnTo>
                    <a:pt x="3385633" y="20361"/>
                  </a:lnTo>
                  <a:lnTo>
                    <a:pt x="3400423" y="56067"/>
                  </a:lnTo>
                  <a:lnTo>
                    <a:pt x="3400423" y="1382207"/>
                  </a:lnTo>
                  <a:lnTo>
                    <a:pt x="3385633" y="1417912"/>
                  </a:lnTo>
                  <a:lnTo>
                    <a:pt x="3348259" y="1437890"/>
                  </a:lnTo>
                  <a:lnTo>
                    <a:pt x="3344357" y="143827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10449" y="3200399"/>
              <a:ext cx="19050" cy="1438275"/>
            </a:xfrm>
            <a:custGeom>
              <a:avLst/>
              <a:gdLst/>
              <a:ahLst/>
              <a:cxnLst/>
              <a:rect l="l" t="t" r="r" b="b"/>
              <a:pathLst>
                <a:path w="19050" h="1438275">
                  <a:moveTo>
                    <a:pt x="12154" y="1438274"/>
                  </a:moveTo>
                  <a:lnTo>
                    <a:pt x="6894" y="1438274"/>
                  </a:lnTo>
                  <a:lnTo>
                    <a:pt x="4649" y="1437344"/>
                  </a:lnTo>
                  <a:lnTo>
                    <a:pt x="930" y="1433624"/>
                  </a:lnTo>
                  <a:lnTo>
                    <a:pt x="0" y="1431379"/>
                  </a:lnTo>
                  <a:lnTo>
                    <a:pt x="0" y="1428749"/>
                  </a:lnTo>
                  <a:lnTo>
                    <a:pt x="0" y="6894"/>
                  </a:lnTo>
                  <a:lnTo>
                    <a:pt x="930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12154" y="0"/>
                  </a:lnTo>
                  <a:lnTo>
                    <a:pt x="14399" y="929"/>
                  </a:lnTo>
                  <a:lnTo>
                    <a:pt x="18119" y="4649"/>
                  </a:lnTo>
                  <a:lnTo>
                    <a:pt x="19049" y="6894"/>
                  </a:lnTo>
                  <a:lnTo>
                    <a:pt x="19049" y="1431379"/>
                  </a:lnTo>
                  <a:lnTo>
                    <a:pt x="18119" y="1433624"/>
                  </a:lnTo>
                  <a:lnTo>
                    <a:pt x="14399" y="1437344"/>
                  </a:lnTo>
                  <a:lnTo>
                    <a:pt x="12154" y="1438274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572325" y="3307067"/>
            <a:ext cx="2545715" cy="1141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50" b="1" spc="7670" dirty="0">
                <a:latin typeface="Roboto Bk"/>
                <a:cs typeface="Roboto Bk"/>
              </a:rPr>
              <a:t>🔴</a:t>
            </a:r>
            <a:r>
              <a:rPr sz="2250" b="1" spc="-125" dirty="0">
                <a:latin typeface="Roboto Bk"/>
                <a:cs typeface="Roboto Bk"/>
              </a:rPr>
              <a:t> </a:t>
            </a: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Red</a:t>
            </a:r>
            <a:r>
              <a:rPr sz="1950" spc="-11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155" dirty="0">
                <a:solidFill>
                  <a:srgbClr val="66534E"/>
                </a:solidFill>
                <a:latin typeface="Tahoma"/>
                <a:cs typeface="Tahoma"/>
              </a:rPr>
              <a:t>—</a:t>
            </a:r>
            <a:r>
              <a:rPr sz="1950" spc="-11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50" dirty="0">
                <a:solidFill>
                  <a:srgbClr val="66534E"/>
                </a:solidFill>
                <a:latin typeface="Tahoma"/>
                <a:cs typeface="Tahoma"/>
              </a:rPr>
              <a:t>Off-</a:t>
            </a:r>
            <a:r>
              <a:rPr sz="1950" spc="-20" dirty="0">
                <a:solidFill>
                  <a:srgbClr val="66534E"/>
                </a:solidFill>
                <a:latin typeface="Tahoma"/>
                <a:cs typeface="Tahoma"/>
              </a:rPr>
              <a:t>Task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870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activity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indicates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distraction</a:t>
            </a:r>
            <a:r>
              <a:rPr sz="1350" spc="-7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or</a:t>
            </a:r>
            <a:r>
              <a:rPr sz="1350" spc="-6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non-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lab-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related behavior.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7" name="object 17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5" y="1361281"/>
            <a:ext cx="3045460" cy="617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45" dirty="0">
                <a:solidFill>
                  <a:srgbClr val="522317"/>
                </a:solidFill>
              </a:rPr>
              <a:t>Core</a:t>
            </a:r>
            <a:r>
              <a:rPr spc="-105" dirty="0">
                <a:solidFill>
                  <a:srgbClr val="522317"/>
                </a:solidFill>
              </a:rPr>
              <a:t> </a:t>
            </a:r>
            <a:r>
              <a:rPr spc="-45" dirty="0">
                <a:solidFill>
                  <a:srgbClr val="522317"/>
                </a:solidFill>
              </a:rPr>
              <a:t>Features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906" y="2447747"/>
            <a:ext cx="1324268" cy="39688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74640" y="2956310"/>
            <a:ext cx="1607820" cy="577850"/>
            <a:chOff x="674640" y="2956310"/>
            <a:chExt cx="1607820" cy="5778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40" y="2956310"/>
              <a:ext cx="1607410" cy="5774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9869" y="3518268"/>
              <a:ext cx="74295" cy="10160"/>
            </a:xfrm>
            <a:custGeom>
              <a:avLst/>
              <a:gdLst/>
              <a:ahLst/>
              <a:cxnLst/>
              <a:rect l="l" t="t" r="r" b="b"/>
              <a:pathLst>
                <a:path w="74294" h="10160">
                  <a:moveTo>
                    <a:pt x="72351" y="8902"/>
                  </a:moveTo>
                  <a:lnTo>
                    <a:pt x="72301" y="7467"/>
                  </a:lnTo>
                  <a:lnTo>
                    <a:pt x="71958" y="7137"/>
                  </a:lnTo>
                  <a:lnTo>
                    <a:pt x="61747" y="7467"/>
                  </a:lnTo>
                  <a:lnTo>
                    <a:pt x="61074" y="7480"/>
                  </a:lnTo>
                  <a:lnTo>
                    <a:pt x="60756" y="7823"/>
                  </a:lnTo>
                  <a:lnTo>
                    <a:pt x="60794" y="9271"/>
                  </a:lnTo>
                  <a:lnTo>
                    <a:pt x="61150" y="9588"/>
                  </a:lnTo>
                  <a:lnTo>
                    <a:pt x="72021" y="9245"/>
                  </a:lnTo>
                  <a:lnTo>
                    <a:pt x="72351" y="8902"/>
                  </a:lnTo>
                  <a:close/>
                </a:path>
                <a:path w="74294" h="10160">
                  <a:moveTo>
                    <a:pt x="74295" y="177"/>
                  </a:moveTo>
                  <a:lnTo>
                    <a:pt x="74129" y="0"/>
                  </a:lnTo>
                  <a:lnTo>
                    <a:pt x="292" y="838"/>
                  </a:lnTo>
                  <a:lnTo>
                    <a:pt x="0" y="1143"/>
                  </a:lnTo>
                  <a:lnTo>
                    <a:pt x="101" y="2857"/>
                  </a:lnTo>
                  <a:lnTo>
                    <a:pt x="355" y="3098"/>
                  </a:lnTo>
                  <a:lnTo>
                    <a:pt x="825" y="3111"/>
                  </a:lnTo>
                  <a:lnTo>
                    <a:pt x="18783" y="3492"/>
                  </a:lnTo>
                  <a:lnTo>
                    <a:pt x="36804" y="3505"/>
                  </a:lnTo>
                  <a:lnTo>
                    <a:pt x="54876" y="3136"/>
                  </a:lnTo>
                  <a:lnTo>
                    <a:pt x="73710" y="2374"/>
                  </a:lnTo>
                  <a:lnTo>
                    <a:pt x="74104" y="1993"/>
                  </a:lnTo>
                  <a:lnTo>
                    <a:pt x="74295" y="177"/>
                  </a:lnTo>
                  <a:close/>
                </a:path>
              </a:pathLst>
            </a:custGeom>
            <a:solidFill>
              <a:srgbClr val="665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7375" y="3722338"/>
            <a:ext cx="2982595" cy="1325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55" dirty="0">
                <a:solidFill>
                  <a:srgbClr val="66524F"/>
                </a:solidFill>
                <a:latin typeface="Tahoma"/>
                <a:cs typeface="Tahoma"/>
              </a:rPr>
              <a:t>Real-</a:t>
            </a:r>
            <a:r>
              <a:rPr sz="1950" dirty="0">
                <a:solidFill>
                  <a:srgbClr val="66524F"/>
                </a:solidFill>
                <a:latin typeface="Tahoma"/>
                <a:cs typeface="Tahoma"/>
              </a:rPr>
              <a:t>Time</a:t>
            </a:r>
            <a:r>
              <a:rPr sz="1950" spc="3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66524F"/>
                </a:solidFill>
                <a:latin typeface="Tahoma"/>
                <a:cs typeface="Tahoma"/>
              </a:rPr>
              <a:t>Activity</a:t>
            </a:r>
            <a:r>
              <a:rPr sz="1950" spc="4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24F"/>
                </a:solidFill>
                <a:latin typeface="Tahoma"/>
                <a:cs typeface="Tahoma"/>
              </a:rPr>
              <a:t>Tracking</a:t>
            </a:r>
            <a:endParaRPr sz="1950">
              <a:latin typeface="Tahoma"/>
              <a:cs typeface="Tahoma"/>
            </a:endParaRPr>
          </a:p>
          <a:p>
            <a:pPr marL="12700" marR="289560">
              <a:lnSpc>
                <a:spcPct val="108000"/>
              </a:lnSpc>
              <a:spcBef>
                <a:spcPts val="905"/>
              </a:spcBef>
            </a:pP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Continuously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monitors</a:t>
            </a:r>
            <a:r>
              <a:rPr sz="1350" spc="-3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student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system</a:t>
            </a:r>
            <a:r>
              <a:rPr sz="1350" spc="-4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activity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with</a:t>
            </a:r>
            <a:r>
              <a:rPr sz="1350" spc="-4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no</a:t>
            </a:r>
            <a:r>
              <a:rPr sz="1350" spc="-4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delay,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ensuring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faculty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24F"/>
                </a:solidFill>
                <a:latin typeface="Verdana"/>
                <a:cs typeface="Verdana"/>
              </a:rPr>
              <a:t>always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see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the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current</a:t>
            </a:r>
            <a:r>
              <a:rPr sz="1350" spc="-7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state</a:t>
            </a:r>
            <a:r>
              <a:rPr sz="1350" spc="-7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of</a:t>
            </a:r>
            <a:r>
              <a:rPr sz="1350" spc="-7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the</a:t>
            </a:r>
            <a:r>
              <a:rPr sz="1350" spc="-7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lab.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8768" y="2362200"/>
            <a:ext cx="291218" cy="24143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85940" y="2362530"/>
            <a:ext cx="420602" cy="2413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46966" y="2364422"/>
            <a:ext cx="429577" cy="2413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1453" y="2748788"/>
            <a:ext cx="305549" cy="31877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26887" y="2753385"/>
            <a:ext cx="332308" cy="32258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80737" y="2851315"/>
            <a:ext cx="399964" cy="23241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80863" y="3206419"/>
            <a:ext cx="455409" cy="30734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92713" y="3190938"/>
            <a:ext cx="368627" cy="33655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388469" y="3280930"/>
            <a:ext cx="394461" cy="25019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068762" y="3722338"/>
            <a:ext cx="3042285" cy="1106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solidFill>
                  <a:srgbClr val="66524F"/>
                </a:solidFill>
                <a:latin typeface="Tahoma"/>
                <a:cs typeface="Tahoma"/>
              </a:rPr>
              <a:t>Student</a:t>
            </a:r>
            <a:r>
              <a:rPr sz="1950" spc="-6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-60" dirty="0">
                <a:solidFill>
                  <a:srgbClr val="66524F"/>
                </a:solidFill>
                <a:latin typeface="Tahoma"/>
                <a:cs typeface="Tahoma"/>
              </a:rPr>
              <a:t>Status </a:t>
            </a:r>
            <a:r>
              <a:rPr sz="1950" spc="-10" dirty="0">
                <a:solidFill>
                  <a:srgbClr val="66524F"/>
                </a:solidFill>
                <a:latin typeface="Tahoma"/>
                <a:cs typeface="Tahoma"/>
              </a:rPr>
              <a:t>Classification</a:t>
            </a:r>
            <a:endParaRPr sz="1950">
              <a:latin typeface="Tahoma"/>
              <a:cs typeface="Tahoma"/>
            </a:endParaRPr>
          </a:p>
          <a:p>
            <a:pPr marL="12700" marR="142875">
              <a:lnSpc>
                <a:spcPct val="108800"/>
              </a:lnSpc>
              <a:spcBef>
                <a:spcPts val="890"/>
              </a:spcBef>
            </a:pP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Automatically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categorizes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each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student</a:t>
            </a:r>
            <a:r>
              <a:rPr sz="1350" spc="-6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as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Active,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66524F"/>
                </a:solidFill>
                <a:latin typeface="Verdana"/>
                <a:cs typeface="Verdana"/>
              </a:rPr>
              <a:t>Idle,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or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66524F"/>
                </a:solidFill>
                <a:latin typeface="Verdana"/>
                <a:cs typeface="Verdana"/>
              </a:rPr>
              <a:t>Off-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Task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based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on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behavioral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signals.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19414" y="2472131"/>
            <a:ext cx="338455" cy="428625"/>
            <a:chOff x="8119414" y="2472131"/>
            <a:chExt cx="338455" cy="428625"/>
          </a:xfrm>
        </p:grpSpPr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73770" y="2472131"/>
              <a:ext cx="71958" cy="9123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119402" y="2531351"/>
              <a:ext cx="338455" cy="369570"/>
            </a:xfrm>
            <a:custGeom>
              <a:avLst/>
              <a:gdLst/>
              <a:ahLst/>
              <a:cxnLst/>
              <a:rect l="l" t="t" r="r" b="b"/>
              <a:pathLst>
                <a:path w="338454" h="369569">
                  <a:moveTo>
                    <a:pt x="42659" y="349123"/>
                  </a:moveTo>
                  <a:lnTo>
                    <a:pt x="42164" y="348615"/>
                  </a:lnTo>
                  <a:lnTo>
                    <a:pt x="36944" y="348475"/>
                  </a:lnTo>
                  <a:lnTo>
                    <a:pt x="35953" y="348462"/>
                  </a:lnTo>
                  <a:lnTo>
                    <a:pt x="35433" y="348945"/>
                  </a:lnTo>
                  <a:lnTo>
                    <a:pt x="34963" y="368503"/>
                  </a:lnTo>
                  <a:lnTo>
                    <a:pt x="35445" y="369011"/>
                  </a:lnTo>
                  <a:lnTo>
                    <a:pt x="41668" y="369163"/>
                  </a:lnTo>
                  <a:lnTo>
                    <a:pt x="42176" y="368668"/>
                  </a:lnTo>
                  <a:lnTo>
                    <a:pt x="42659" y="349123"/>
                  </a:lnTo>
                  <a:close/>
                </a:path>
                <a:path w="338454" h="369569">
                  <a:moveTo>
                    <a:pt x="97726" y="40474"/>
                  </a:moveTo>
                  <a:lnTo>
                    <a:pt x="96075" y="33604"/>
                  </a:lnTo>
                  <a:lnTo>
                    <a:pt x="95872" y="28765"/>
                  </a:lnTo>
                  <a:lnTo>
                    <a:pt x="93599" y="25234"/>
                  </a:lnTo>
                  <a:lnTo>
                    <a:pt x="85559" y="17678"/>
                  </a:lnTo>
                  <a:lnTo>
                    <a:pt x="75539" y="14935"/>
                  </a:lnTo>
                  <a:lnTo>
                    <a:pt x="65582" y="17259"/>
                  </a:lnTo>
                  <a:lnTo>
                    <a:pt x="57708" y="24930"/>
                  </a:lnTo>
                  <a:lnTo>
                    <a:pt x="54533" y="37858"/>
                  </a:lnTo>
                  <a:lnTo>
                    <a:pt x="58889" y="49187"/>
                  </a:lnTo>
                  <a:lnTo>
                    <a:pt x="68580" y="56819"/>
                  </a:lnTo>
                  <a:lnTo>
                    <a:pt x="81432" y="58674"/>
                  </a:lnTo>
                  <a:lnTo>
                    <a:pt x="90462" y="57543"/>
                  </a:lnTo>
                  <a:lnTo>
                    <a:pt x="95389" y="52819"/>
                  </a:lnTo>
                  <a:lnTo>
                    <a:pt x="96202" y="44488"/>
                  </a:lnTo>
                  <a:lnTo>
                    <a:pt x="96443" y="41986"/>
                  </a:lnTo>
                  <a:lnTo>
                    <a:pt x="97726" y="40474"/>
                  </a:lnTo>
                  <a:close/>
                </a:path>
                <a:path w="338454" h="369569">
                  <a:moveTo>
                    <a:pt x="103974" y="346303"/>
                  </a:moveTo>
                  <a:lnTo>
                    <a:pt x="103365" y="345643"/>
                  </a:lnTo>
                  <a:lnTo>
                    <a:pt x="98501" y="345440"/>
                  </a:lnTo>
                  <a:lnTo>
                    <a:pt x="97231" y="345389"/>
                  </a:lnTo>
                  <a:lnTo>
                    <a:pt x="96570" y="345998"/>
                  </a:lnTo>
                  <a:lnTo>
                    <a:pt x="95961" y="360641"/>
                  </a:lnTo>
                  <a:lnTo>
                    <a:pt x="96570" y="361302"/>
                  </a:lnTo>
                  <a:lnTo>
                    <a:pt x="102704" y="361569"/>
                  </a:lnTo>
                  <a:lnTo>
                    <a:pt x="103365" y="360959"/>
                  </a:lnTo>
                  <a:lnTo>
                    <a:pt x="103974" y="346303"/>
                  </a:lnTo>
                  <a:close/>
                </a:path>
                <a:path w="338454" h="369569">
                  <a:moveTo>
                    <a:pt x="172770" y="356273"/>
                  </a:moveTo>
                  <a:lnTo>
                    <a:pt x="171640" y="342290"/>
                  </a:lnTo>
                  <a:lnTo>
                    <a:pt x="171551" y="341223"/>
                  </a:lnTo>
                  <a:lnTo>
                    <a:pt x="170980" y="340639"/>
                  </a:lnTo>
                  <a:lnTo>
                    <a:pt x="165608" y="340029"/>
                  </a:lnTo>
                  <a:lnTo>
                    <a:pt x="164884" y="340677"/>
                  </a:lnTo>
                  <a:lnTo>
                    <a:pt x="164922" y="357238"/>
                  </a:lnTo>
                  <a:lnTo>
                    <a:pt x="165658" y="357873"/>
                  </a:lnTo>
                  <a:lnTo>
                    <a:pt x="172212" y="356971"/>
                  </a:lnTo>
                  <a:lnTo>
                    <a:pt x="172770" y="356273"/>
                  </a:lnTo>
                  <a:close/>
                </a:path>
                <a:path w="338454" h="369569">
                  <a:moveTo>
                    <a:pt x="252399" y="358394"/>
                  </a:moveTo>
                  <a:lnTo>
                    <a:pt x="250317" y="344233"/>
                  </a:lnTo>
                  <a:lnTo>
                    <a:pt x="250126" y="342823"/>
                  </a:lnTo>
                  <a:lnTo>
                    <a:pt x="249313" y="342214"/>
                  </a:lnTo>
                  <a:lnTo>
                    <a:pt x="244017" y="342912"/>
                  </a:lnTo>
                  <a:lnTo>
                    <a:pt x="243382" y="343674"/>
                  </a:lnTo>
                  <a:lnTo>
                    <a:pt x="244779" y="359333"/>
                  </a:lnTo>
                  <a:lnTo>
                    <a:pt x="245579" y="359981"/>
                  </a:lnTo>
                  <a:lnTo>
                    <a:pt x="251777" y="359206"/>
                  </a:lnTo>
                  <a:lnTo>
                    <a:pt x="252399" y="358394"/>
                  </a:lnTo>
                  <a:close/>
                </a:path>
                <a:path w="338454" h="369569">
                  <a:moveTo>
                    <a:pt x="261581" y="41325"/>
                  </a:moveTo>
                  <a:lnTo>
                    <a:pt x="259346" y="37642"/>
                  </a:lnTo>
                  <a:lnTo>
                    <a:pt x="253682" y="35890"/>
                  </a:lnTo>
                  <a:lnTo>
                    <a:pt x="253199" y="35382"/>
                  </a:lnTo>
                  <a:lnTo>
                    <a:pt x="251726" y="29578"/>
                  </a:lnTo>
                  <a:lnTo>
                    <a:pt x="251523" y="28714"/>
                  </a:lnTo>
                  <a:lnTo>
                    <a:pt x="251053" y="28016"/>
                  </a:lnTo>
                  <a:lnTo>
                    <a:pt x="250342" y="27482"/>
                  </a:lnTo>
                  <a:lnTo>
                    <a:pt x="243763" y="24625"/>
                  </a:lnTo>
                  <a:lnTo>
                    <a:pt x="237845" y="25641"/>
                  </a:lnTo>
                  <a:lnTo>
                    <a:pt x="232702" y="29387"/>
                  </a:lnTo>
                  <a:lnTo>
                    <a:pt x="228434" y="34772"/>
                  </a:lnTo>
                  <a:lnTo>
                    <a:pt x="227812" y="35712"/>
                  </a:lnTo>
                  <a:lnTo>
                    <a:pt x="226974" y="36017"/>
                  </a:lnTo>
                  <a:lnTo>
                    <a:pt x="221653" y="34340"/>
                  </a:lnTo>
                  <a:lnTo>
                    <a:pt x="217817" y="32181"/>
                  </a:lnTo>
                  <a:lnTo>
                    <a:pt x="214464" y="29210"/>
                  </a:lnTo>
                  <a:lnTo>
                    <a:pt x="202133" y="20154"/>
                  </a:lnTo>
                  <a:lnTo>
                    <a:pt x="189242" y="14452"/>
                  </a:lnTo>
                  <a:lnTo>
                    <a:pt x="175374" y="11836"/>
                  </a:lnTo>
                  <a:lnTo>
                    <a:pt x="160121" y="12077"/>
                  </a:lnTo>
                  <a:lnTo>
                    <a:pt x="115023" y="19507"/>
                  </a:lnTo>
                  <a:lnTo>
                    <a:pt x="98069" y="25247"/>
                  </a:lnTo>
                  <a:lnTo>
                    <a:pt x="99415" y="29146"/>
                  </a:lnTo>
                  <a:lnTo>
                    <a:pt x="100101" y="29946"/>
                  </a:lnTo>
                  <a:lnTo>
                    <a:pt x="102095" y="31013"/>
                  </a:lnTo>
                  <a:lnTo>
                    <a:pt x="103136" y="31140"/>
                  </a:lnTo>
                  <a:lnTo>
                    <a:pt x="104228" y="30861"/>
                  </a:lnTo>
                  <a:lnTo>
                    <a:pt x="118389" y="27520"/>
                  </a:lnTo>
                  <a:lnTo>
                    <a:pt x="132626" y="24714"/>
                  </a:lnTo>
                  <a:lnTo>
                    <a:pt x="146939" y="22440"/>
                  </a:lnTo>
                  <a:lnTo>
                    <a:pt x="161328" y="20713"/>
                  </a:lnTo>
                  <a:lnTo>
                    <a:pt x="171653" y="20345"/>
                  </a:lnTo>
                  <a:lnTo>
                    <a:pt x="181165" y="21463"/>
                  </a:lnTo>
                  <a:lnTo>
                    <a:pt x="215798" y="40716"/>
                  </a:lnTo>
                  <a:lnTo>
                    <a:pt x="219837" y="40919"/>
                  </a:lnTo>
                  <a:lnTo>
                    <a:pt x="226072" y="45148"/>
                  </a:lnTo>
                  <a:lnTo>
                    <a:pt x="226034" y="46888"/>
                  </a:lnTo>
                  <a:lnTo>
                    <a:pt x="226339" y="47650"/>
                  </a:lnTo>
                  <a:lnTo>
                    <a:pt x="228612" y="49847"/>
                  </a:lnTo>
                  <a:lnTo>
                    <a:pt x="230479" y="51028"/>
                  </a:lnTo>
                  <a:lnTo>
                    <a:pt x="233375" y="52095"/>
                  </a:lnTo>
                  <a:lnTo>
                    <a:pt x="233946" y="52603"/>
                  </a:lnTo>
                  <a:lnTo>
                    <a:pt x="237591" y="60261"/>
                  </a:lnTo>
                  <a:lnTo>
                    <a:pt x="243306" y="62509"/>
                  </a:lnTo>
                  <a:lnTo>
                    <a:pt x="257416" y="58331"/>
                  </a:lnTo>
                  <a:lnTo>
                    <a:pt x="260667" y="54013"/>
                  </a:lnTo>
                  <a:lnTo>
                    <a:pt x="261175" y="47155"/>
                  </a:lnTo>
                  <a:lnTo>
                    <a:pt x="261581" y="41325"/>
                  </a:lnTo>
                  <a:close/>
                </a:path>
                <a:path w="338454" h="369569">
                  <a:moveTo>
                    <a:pt x="338226" y="313893"/>
                  </a:moveTo>
                  <a:lnTo>
                    <a:pt x="338213" y="313474"/>
                  </a:lnTo>
                  <a:lnTo>
                    <a:pt x="337527" y="311061"/>
                  </a:lnTo>
                  <a:lnTo>
                    <a:pt x="336219" y="310070"/>
                  </a:lnTo>
                  <a:lnTo>
                    <a:pt x="296722" y="310235"/>
                  </a:lnTo>
                  <a:lnTo>
                    <a:pt x="296405" y="309994"/>
                  </a:lnTo>
                  <a:lnTo>
                    <a:pt x="273875" y="260743"/>
                  </a:lnTo>
                  <a:lnTo>
                    <a:pt x="264528" y="245300"/>
                  </a:lnTo>
                  <a:lnTo>
                    <a:pt x="264528" y="245071"/>
                  </a:lnTo>
                  <a:lnTo>
                    <a:pt x="264782" y="244614"/>
                  </a:lnTo>
                  <a:lnTo>
                    <a:pt x="264985" y="244500"/>
                  </a:lnTo>
                  <a:lnTo>
                    <a:pt x="275285" y="244703"/>
                  </a:lnTo>
                  <a:lnTo>
                    <a:pt x="285178" y="244741"/>
                  </a:lnTo>
                  <a:lnTo>
                    <a:pt x="294919" y="244614"/>
                  </a:lnTo>
                  <a:lnTo>
                    <a:pt x="305460" y="244297"/>
                  </a:lnTo>
                  <a:lnTo>
                    <a:pt x="306095" y="243852"/>
                  </a:lnTo>
                  <a:lnTo>
                    <a:pt x="306895" y="241846"/>
                  </a:lnTo>
                  <a:lnTo>
                    <a:pt x="306692" y="241528"/>
                  </a:lnTo>
                  <a:lnTo>
                    <a:pt x="263258" y="241973"/>
                  </a:lnTo>
                  <a:lnTo>
                    <a:pt x="262826" y="241757"/>
                  </a:lnTo>
                  <a:lnTo>
                    <a:pt x="220383" y="182841"/>
                  </a:lnTo>
                  <a:lnTo>
                    <a:pt x="220306" y="182664"/>
                  </a:lnTo>
                  <a:lnTo>
                    <a:pt x="220408" y="182473"/>
                  </a:lnTo>
                  <a:lnTo>
                    <a:pt x="220586" y="182422"/>
                  </a:lnTo>
                  <a:lnTo>
                    <a:pt x="240665" y="181914"/>
                  </a:lnTo>
                  <a:lnTo>
                    <a:pt x="260591" y="181610"/>
                  </a:lnTo>
                  <a:lnTo>
                    <a:pt x="280365" y="181508"/>
                  </a:lnTo>
                  <a:lnTo>
                    <a:pt x="302374" y="181635"/>
                  </a:lnTo>
                  <a:lnTo>
                    <a:pt x="304609" y="180416"/>
                  </a:lnTo>
                  <a:lnTo>
                    <a:pt x="307136" y="177380"/>
                  </a:lnTo>
                  <a:lnTo>
                    <a:pt x="307124" y="176809"/>
                  </a:lnTo>
                  <a:lnTo>
                    <a:pt x="305625" y="175120"/>
                  </a:lnTo>
                  <a:lnTo>
                    <a:pt x="304355" y="174612"/>
                  </a:lnTo>
                  <a:lnTo>
                    <a:pt x="301586" y="174840"/>
                  </a:lnTo>
                  <a:lnTo>
                    <a:pt x="301256" y="175437"/>
                  </a:lnTo>
                  <a:lnTo>
                    <a:pt x="302133" y="177139"/>
                  </a:lnTo>
                  <a:lnTo>
                    <a:pt x="302082" y="177698"/>
                  </a:lnTo>
                  <a:lnTo>
                    <a:pt x="301294" y="178625"/>
                  </a:lnTo>
                  <a:lnTo>
                    <a:pt x="300850" y="178828"/>
                  </a:lnTo>
                  <a:lnTo>
                    <a:pt x="279946" y="178701"/>
                  </a:lnTo>
                  <a:lnTo>
                    <a:pt x="259753" y="178828"/>
                  </a:lnTo>
                  <a:lnTo>
                    <a:pt x="239737" y="179197"/>
                  </a:lnTo>
                  <a:lnTo>
                    <a:pt x="218478" y="179870"/>
                  </a:lnTo>
                  <a:lnTo>
                    <a:pt x="217360" y="179311"/>
                  </a:lnTo>
                  <a:lnTo>
                    <a:pt x="177698" y="124218"/>
                  </a:lnTo>
                  <a:lnTo>
                    <a:pt x="177634" y="124028"/>
                  </a:lnTo>
                  <a:lnTo>
                    <a:pt x="177723" y="123837"/>
                  </a:lnTo>
                  <a:lnTo>
                    <a:pt x="177901" y="123786"/>
                  </a:lnTo>
                  <a:lnTo>
                    <a:pt x="303542" y="118478"/>
                  </a:lnTo>
                  <a:lnTo>
                    <a:pt x="303834" y="118186"/>
                  </a:lnTo>
                  <a:lnTo>
                    <a:pt x="303999" y="116116"/>
                  </a:lnTo>
                  <a:lnTo>
                    <a:pt x="303542" y="115646"/>
                  </a:lnTo>
                  <a:lnTo>
                    <a:pt x="176110" y="120942"/>
                  </a:lnTo>
                  <a:lnTo>
                    <a:pt x="174993" y="120396"/>
                  </a:lnTo>
                  <a:lnTo>
                    <a:pt x="149796" y="87668"/>
                  </a:lnTo>
                  <a:lnTo>
                    <a:pt x="140398" y="76860"/>
                  </a:lnTo>
                  <a:lnTo>
                    <a:pt x="139738" y="76923"/>
                  </a:lnTo>
                  <a:lnTo>
                    <a:pt x="115290" y="121488"/>
                  </a:lnTo>
                  <a:lnTo>
                    <a:pt x="114808" y="121780"/>
                  </a:lnTo>
                  <a:lnTo>
                    <a:pt x="114185" y="121805"/>
                  </a:lnTo>
                  <a:lnTo>
                    <a:pt x="91186" y="122237"/>
                  </a:lnTo>
                  <a:lnTo>
                    <a:pt x="67602" y="121399"/>
                  </a:lnTo>
                  <a:lnTo>
                    <a:pt x="44208" y="118579"/>
                  </a:lnTo>
                  <a:lnTo>
                    <a:pt x="21755" y="113118"/>
                  </a:lnTo>
                  <a:lnTo>
                    <a:pt x="21170" y="112928"/>
                  </a:lnTo>
                  <a:lnTo>
                    <a:pt x="20815" y="113131"/>
                  </a:lnTo>
                  <a:lnTo>
                    <a:pt x="20701" y="113741"/>
                  </a:lnTo>
                  <a:lnTo>
                    <a:pt x="20396" y="115138"/>
                  </a:lnTo>
                  <a:lnTo>
                    <a:pt x="20675" y="115646"/>
                  </a:lnTo>
                  <a:lnTo>
                    <a:pt x="21424" y="115900"/>
                  </a:lnTo>
                  <a:lnTo>
                    <a:pt x="29337" y="118808"/>
                  </a:lnTo>
                  <a:lnTo>
                    <a:pt x="37211" y="120789"/>
                  </a:lnTo>
                  <a:lnTo>
                    <a:pt x="45059" y="121843"/>
                  </a:lnTo>
                  <a:lnTo>
                    <a:pt x="61239" y="123621"/>
                  </a:lnTo>
                  <a:lnTo>
                    <a:pt x="77812" y="124675"/>
                  </a:lnTo>
                  <a:lnTo>
                    <a:pt x="94792" y="124968"/>
                  </a:lnTo>
                  <a:lnTo>
                    <a:pt x="112509" y="124523"/>
                  </a:lnTo>
                  <a:lnTo>
                    <a:pt x="112776" y="124663"/>
                  </a:lnTo>
                  <a:lnTo>
                    <a:pt x="113131" y="125234"/>
                  </a:lnTo>
                  <a:lnTo>
                    <a:pt x="113131" y="125526"/>
                  </a:lnTo>
                  <a:lnTo>
                    <a:pt x="83312" y="178028"/>
                  </a:lnTo>
                  <a:lnTo>
                    <a:pt x="82778" y="178333"/>
                  </a:lnTo>
                  <a:lnTo>
                    <a:pt x="65671" y="178130"/>
                  </a:lnTo>
                  <a:lnTo>
                    <a:pt x="49517" y="177711"/>
                  </a:lnTo>
                  <a:lnTo>
                    <a:pt x="33616" y="177088"/>
                  </a:lnTo>
                  <a:lnTo>
                    <a:pt x="17360" y="176225"/>
                  </a:lnTo>
                  <a:lnTo>
                    <a:pt x="16979" y="176491"/>
                  </a:lnTo>
                  <a:lnTo>
                    <a:pt x="16751" y="177253"/>
                  </a:lnTo>
                  <a:lnTo>
                    <a:pt x="16764" y="177444"/>
                  </a:lnTo>
                  <a:lnTo>
                    <a:pt x="17233" y="178460"/>
                  </a:lnTo>
                  <a:lnTo>
                    <a:pt x="65125" y="180924"/>
                  </a:lnTo>
                  <a:lnTo>
                    <a:pt x="81076" y="180975"/>
                  </a:lnTo>
                  <a:lnTo>
                    <a:pt x="81280" y="181317"/>
                  </a:lnTo>
                  <a:lnTo>
                    <a:pt x="55638" y="224650"/>
                  </a:lnTo>
                  <a:lnTo>
                    <a:pt x="45529" y="239877"/>
                  </a:lnTo>
                  <a:lnTo>
                    <a:pt x="21450" y="239306"/>
                  </a:lnTo>
                  <a:lnTo>
                    <a:pt x="21196" y="239509"/>
                  </a:lnTo>
                  <a:lnTo>
                    <a:pt x="20840" y="241757"/>
                  </a:lnTo>
                  <a:lnTo>
                    <a:pt x="21285" y="242290"/>
                  </a:lnTo>
                  <a:lnTo>
                    <a:pt x="44107" y="242595"/>
                  </a:lnTo>
                  <a:lnTo>
                    <a:pt x="44272" y="242773"/>
                  </a:lnTo>
                  <a:lnTo>
                    <a:pt x="44323" y="243014"/>
                  </a:lnTo>
                  <a:lnTo>
                    <a:pt x="33718" y="258318"/>
                  </a:lnTo>
                  <a:lnTo>
                    <a:pt x="23431" y="273989"/>
                  </a:lnTo>
                  <a:lnTo>
                    <a:pt x="14516" y="290398"/>
                  </a:lnTo>
                  <a:lnTo>
                    <a:pt x="8051" y="307784"/>
                  </a:lnTo>
                  <a:lnTo>
                    <a:pt x="7810" y="308368"/>
                  </a:lnTo>
                  <a:lnTo>
                    <a:pt x="7810" y="307746"/>
                  </a:lnTo>
                  <a:lnTo>
                    <a:pt x="7797" y="2184"/>
                  </a:lnTo>
                  <a:lnTo>
                    <a:pt x="6731" y="787"/>
                  </a:lnTo>
                  <a:lnTo>
                    <a:pt x="3797" y="0"/>
                  </a:lnTo>
                  <a:lnTo>
                    <a:pt x="2946" y="76"/>
                  </a:lnTo>
                  <a:lnTo>
                    <a:pt x="711" y="952"/>
                  </a:lnTo>
                  <a:lnTo>
                    <a:pt x="50" y="1917"/>
                  </a:lnTo>
                  <a:lnTo>
                    <a:pt x="0" y="317233"/>
                  </a:lnTo>
                  <a:lnTo>
                    <a:pt x="762" y="318096"/>
                  </a:lnTo>
                  <a:lnTo>
                    <a:pt x="3937" y="318490"/>
                  </a:lnTo>
                  <a:lnTo>
                    <a:pt x="5499" y="318592"/>
                  </a:lnTo>
                  <a:lnTo>
                    <a:pt x="53124" y="318731"/>
                  </a:lnTo>
                  <a:lnTo>
                    <a:pt x="102590" y="318744"/>
                  </a:lnTo>
                  <a:lnTo>
                    <a:pt x="155422" y="318643"/>
                  </a:lnTo>
                  <a:lnTo>
                    <a:pt x="211607" y="318439"/>
                  </a:lnTo>
                  <a:lnTo>
                    <a:pt x="271157" y="318122"/>
                  </a:lnTo>
                  <a:lnTo>
                    <a:pt x="336346" y="317677"/>
                  </a:lnTo>
                  <a:lnTo>
                    <a:pt x="337705" y="316547"/>
                  </a:lnTo>
                  <a:lnTo>
                    <a:pt x="338226" y="313893"/>
                  </a:lnTo>
                  <a:close/>
                </a:path>
              </a:pathLst>
            </a:custGeom>
            <a:solidFill>
              <a:srgbClr val="665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8551177" y="2506789"/>
            <a:ext cx="361950" cy="390525"/>
          </a:xfrm>
          <a:custGeom>
            <a:avLst/>
            <a:gdLst/>
            <a:ahLst/>
            <a:cxnLst/>
            <a:rect l="l" t="t" r="r" b="b"/>
            <a:pathLst>
              <a:path w="361950" h="390525">
                <a:moveTo>
                  <a:pt x="50152" y="388962"/>
                </a:moveTo>
                <a:lnTo>
                  <a:pt x="48717" y="375513"/>
                </a:lnTo>
                <a:lnTo>
                  <a:pt x="48615" y="374586"/>
                </a:lnTo>
                <a:lnTo>
                  <a:pt x="48094" y="374065"/>
                </a:lnTo>
                <a:lnTo>
                  <a:pt x="43789" y="373545"/>
                </a:lnTo>
                <a:lnTo>
                  <a:pt x="42392" y="373354"/>
                </a:lnTo>
                <a:lnTo>
                  <a:pt x="41719" y="373976"/>
                </a:lnTo>
                <a:lnTo>
                  <a:pt x="42481" y="389661"/>
                </a:lnTo>
                <a:lnTo>
                  <a:pt x="43129" y="390232"/>
                </a:lnTo>
                <a:lnTo>
                  <a:pt x="49618" y="389623"/>
                </a:lnTo>
                <a:lnTo>
                  <a:pt x="50152" y="388962"/>
                </a:lnTo>
                <a:close/>
              </a:path>
              <a:path w="361950" h="390525">
                <a:moveTo>
                  <a:pt x="108559" y="389166"/>
                </a:moveTo>
                <a:lnTo>
                  <a:pt x="108496" y="373227"/>
                </a:lnTo>
                <a:lnTo>
                  <a:pt x="107962" y="372694"/>
                </a:lnTo>
                <a:lnTo>
                  <a:pt x="103022" y="372706"/>
                </a:lnTo>
                <a:lnTo>
                  <a:pt x="101955" y="372719"/>
                </a:lnTo>
                <a:lnTo>
                  <a:pt x="101434" y="373253"/>
                </a:lnTo>
                <a:lnTo>
                  <a:pt x="101485" y="389191"/>
                </a:lnTo>
                <a:lnTo>
                  <a:pt x="102019" y="389712"/>
                </a:lnTo>
                <a:lnTo>
                  <a:pt x="108026" y="389699"/>
                </a:lnTo>
                <a:lnTo>
                  <a:pt x="108559" y="389166"/>
                </a:lnTo>
                <a:close/>
              </a:path>
              <a:path w="361950" h="390525">
                <a:moveTo>
                  <a:pt x="180060" y="382473"/>
                </a:moveTo>
                <a:lnTo>
                  <a:pt x="179819" y="367118"/>
                </a:lnTo>
                <a:lnTo>
                  <a:pt x="179120" y="366433"/>
                </a:lnTo>
                <a:lnTo>
                  <a:pt x="174371" y="366509"/>
                </a:lnTo>
                <a:lnTo>
                  <a:pt x="172986" y="366534"/>
                </a:lnTo>
                <a:lnTo>
                  <a:pt x="172300" y="367233"/>
                </a:lnTo>
                <a:lnTo>
                  <a:pt x="172554" y="382587"/>
                </a:lnTo>
                <a:lnTo>
                  <a:pt x="173253" y="383273"/>
                </a:lnTo>
                <a:lnTo>
                  <a:pt x="179387" y="383171"/>
                </a:lnTo>
                <a:lnTo>
                  <a:pt x="180060" y="382473"/>
                </a:lnTo>
                <a:close/>
              </a:path>
              <a:path w="361950" h="390525">
                <a:moveTo>
                  <a:pt x="230085" y="366661"/>
                </a:moveTo>
                <a:lnTo>
                  <a:pt x="229425" y="365963"/>
                </a:lnTo>
                <a:lnTo>
                  <a:pt x="224917" y="365836"/>
                </a:lnTo>
                <a:lnTo>
                  <a:pt x="223558" y="365785"/>
                </a:lnTo>
                <a:lnTo>
                  <a:pt x="222872" y="366445"/>
                </a:lnTo>
                <a:lnTo>
                  <a:pt x="222427" y="381342"/>
                </a:lnTo>
                <a:lnTo>
                  <a:pt x="223088" y="382041"/>
                </a:lnTo>
                <a:lnTo>
                  <a:pt x="228942" y="382219"/>
                </a:lnTo>
                <a:lnTo>
                  <a:pt x="229641" y="381558"/>
                </a:lnTo>
                <a:lnTo>
                  <a:pt x="230085" y="366661"/>
                </a:lnTo>
                <a:close/>
              </a:path>
              <a:path w="361950" h="390525">
                <a:moveTo>
                  <a:pt x="294767" y="366991"/>
                </a:moveTo>
                <a:lnTo>
                  <a:pt x="294132" y="366229"/>
                </a:lnTo>
                <a:lnTo>
                  <a:pt x="289610" y="365823"/>
                </a:lnTo>
                <a:lnTo>
                  <a:pt x="288213" y="365696"/>
                </a:lnTo>
                <a:lnTo>
                  <a:pt x="287464" y="366331"/>
                </a:lnTo>
                <a:lnTo>
                  <a:pt x="287324" y="367715"/>
                </a:lnTo>
                <a:lnTo>
                  <a:pt x="285877" y="383679"/>
                </a:lnTo>
                <a:lnTo>
                  <a:pt x="286512" y="384429"/>
                </a:lnTo>
                <a:lnTo>
                  <a:pt x="292430" y="384975"/>
                </a:lnTo>
                <a:lnTo>
                  <a:pt x="293179" y="384340"/>
                </a:lnTo>
                <a:lnTo>
                  <a:pt x="294627" y="368376"/>
                </a:lnTo>
                <a:lnTo>
                  <a:pt x="294767" y="366991"/>
                </a:lnTo>
                <a:close/>
              </a:path>
              <a:path w="361950" h="390525">
                <a:moveTo>
                  <a:pt x="361759" y="339090"/>
                </a:moveTo>
                <a:lnTo>
                  <a:pt x="361645" y="337820"/>
                </a:lnTo>
                <a:lnTo>
                  <a:pt x="360514" y="336550"/>
                </a:lnTo>
                <a:lnTo>
                  <a:pt x="359600" y="335280"/>
                </a:lnTo>
                <a:lnTo>
                  <a:pt x="318592" y="335280"/>
                </a:lnTo>
                <a:lnTo>
                  <a:pt x="318554" y="334010"/>
                </a:lnTo>
                <a:lnTo>
                  <a:pt x="317741" y="318770"/>
                </a:lnTo>
                <a:lnTo>
                  <a:pt x="316801" y="306070"/>
                </a:lnTo>
                <a:lnTo>
                  <a:pt x="316712" y="304800"/>
                </a:lnTo>
                <a:lnTo>
                  <a:pt x="316623" y="303530"/>
                </a:lnTo>
                <a:lnTo>
                  <a:pt x="315214" y="288290"/>
                </a:lnTo>
                <a:lnTo>
                  <a:pt x="313436" y="271780"/>
                </a:lnTo>
                <a:lnTo>
                  <a:pt x="313766" y="270510"/>
                </a:lnTo>
                <a:lnTo>
                  <a:pt x="321411" y="270510"/>
                </a:lnTo>
                <a:lnTo>
                  <a:pt x="327291" y="267970"/>
                </a:lnTo>
                <a:lnTo>
                  <a:pt x="331127" y="262890"/>
                </a:lnTo>
                <a:lnTo>
                  <a:pt x="331939" y="256540"/>
                </a:lnTo>
                <a:lnTo>
                  <a:pt x="331304" y="251460"/>
                </a:lnTo>
                <a:lnTo>
                  <a:pt x="328828" y="247650"/>
                </a:lnTo>
                <a:lnTo>
                  <a:pt x="323824" y="245110"/>
                </a:lnTo>
                <a:lnTo>
                  <a:pt x="323494" y="245110"/>
                </a:lnTo>
                <a:lnTo>
                  <a:pt x="323557" y="243840"/>
                </a:lnTo>
                <a:lnTo>
                  <a:pt x="323761" y="241300"/>
                </a:lnTo>
                <a:lnTo>
                  <a:pt x="323850" y="240030"/>
                </a:lnTo>
                <a:lnTo>
                  <a:pt x="323405" y="237490"/>
                </a:lnTo>
                <a:lnTo>
                  <a:pt x="322173" y="232549"/>
                </a:lnTo>
                <a:lnTo>
                  <a:pt x="322135" y="232410"/>
                </a:lnTo>
                <a:lnTo>
                  <a:pt x="324612" y="229870"/>
                </a:lnTo>
                <a:lnTo>
                  <a:pt x="324853" y="229870"/>
                </a:lnTo>
                <a:lnTo>
                  <a:pt x="324764" y="228600"/>
                </a:lnTo>
                <a:lnTo>
                  <a:pt x="324383" y="226060"/>
                </a:lnTo>
                <a:lnTo>
                  <a:pt x="323850" y="223520"/>
                </a:lnTo>
                <a:lnTo>
                  <a:pt x="323138" y="220980"/>
                </a:lnTo>
                <a:lnTo>
                  <a:pt x="316458" y="190500"/>
                </a:lnTo>
                <a:lnTo>
                  <a:pt x="305854" y="132080"/>
                </a:lnTo>
                <a:lnTo>
                  <a:pt x="299300" y="85090"/>
                </a:lnTo>
                <a:lnTo>
                  <a:pt x="297154" y="67310"/>
                </a:lnTo>
                <a:lnTo>
                  <a:pt x="295211" y="52070"/>
                </a:lnTo>
                <a:lnTo>
                  <a:pt x="292582" y="34290"/>
                </a:lnTo>
                <a:lnTo>
                  <a:pt x="293560" y="34290"/>
                </a:lnTo>
                <a:lnTo>
                  <a:pt x="301929" y="33020"/>
                </a:lnTo>
                <a:lnTo>
                  <a:pt x="304863" y="25400"/>
                </a:lnTo>
                <a:lnTo>
                  <a:pt x="302437" y="13970"/>
                </a:lnTo>
                <a:lnTo>
                  <a:pt x="299123" y="12700"/>
                </a:lnTo>
                <a:lnTo>
                  <a:pt x="297649" y="8890"/>
                </a:lnTo>
                <a:lnTo>
                  <a:pt x="294957" y="2540"/>
                </a:lnTo>
                <a:lnTo>
                  <a:pt x="290068" y="0"/>
                </a:lnTo>
                <a:lnTo>
                  <a:pt x="284416" y="812"/>
                </a:lnTo>
                <a:lnTo>
                  <a:pt x="284416" y="59690"/>
                </a:lnTo>
                <a:lnTo>
                  <a:pt x="281482" y="66040"/>
                </a:lnTo>
                <a:lnTo>
                  <a:pt x="254850" y="116840"/>
                </a:lnTo>
                <a:lnTo>
                  <a:pt x="229666" y="162560"/>
                </a:lnTo>
                <a:lnTo>
                  <a:pt x="203187" y="208280"/>
                </a:lnTo>
                <a:lnTo>
                  <a:pt x="175044" y="252730"/>
                </a:lnTo>
                <a:lnTo>
                  <a:pt x="173913" y="252730"/>
                </a:lnTo>
                <a:lnTo>
                  <a:pt x="173799" y="251460"/>
                </a:lnTo>
                <a:lnTo>
                  <a:pt x="162509" y="222250"/>
                </a:lnTo>
                <a:lnTo>
                  <a:pt x="163068" y="220980"/>
                </a:lnTo>
                <a:lnTo>
                  <a:pt x="165201" y="223520"/>
                </a:lnTo>
                <a:lnTo>
                  <a:pt x="170853" y="226060"/>
                </a:lnTo>
                <a:lnTo>
                  <a:pt x="176657" y="226060"/>
                </a:lnTo>
                <a:lnTo>
                  <a:pt x="182016" y="223520"/>
                </a:lnTo>
                <a:lnTo>
                  <a:pt x="184175" y="220980"/>
                </a:lnTo>
                <a:lnTo>
                  <a:pt x="186321" y="218440"/>
                </a:lnTo>
                <a:lnTo>
                  <a:pt x="188074" y="215900"/>
                </a:lnTo>
                <a:lnTo>
                  <a:pt x="188112" y="210820"/>
                </a:lnTo>
                <a:lnTo>
                  <a:pt x="188633" y="204470"/>
                </a:lnTo>
                <a:lnTo>
                  <a:pt x="191350" y="201930"/>
                </a:lnTo>
                <a:lnTo>
                  <a:pt x="193281" y="198120"/>
                </a:lnTo>
                <a:lnTo>
                  <a:pt x="207568" y="173990"/>
                </a:lnTo>
                <a:lnTo>
                  <a:pt x="222300" y="148590"/>
                </a:lnTo>
                <a:lnTo>
                  <a:pt x="237477" y="121920"/>
                </a:lnTo>
                <a:lnTo>
                  <a:pt x="253085" y="95250"/>
                </a:lnTo>
                <a:lnTo>
                  <a:pt x="258965" y="83820"/>
                </a:lnTo>
                <a:lnTo>
                  <a:pt x="264528" y="73660"/>
                </a:lnTo>
                <a:lnTo>
                  <a:pt x="269811" y="63500"/>
                </a:lnTo>
                <a:lnTo>
                  <a:pt x="274789" y="53340"/>
                </a:lnTo>
                <a:lnTo>
                  <a:pt x="277431" y="48260"/>
                </a:lnTo>
                <a:lnTo>
                  <a:pt x="280339" y="40640"/>
                </a:lnTo>
                <a:lnTo>
                  <a:pt x="278244" y="35560"/>
                </a:lnTo>
                <a:lnTo>
                  <a:pt x="278003" y="34290"/>
                </a:lnTo>
                <a:lnTo>
                  <a:pt x="282117" y="39370"/>
                </a:lnTo>
                <a:lnTo>
                  <a:pt x="281432" y="46990"/>
                </a:lnTo>
                <a:lnTo>
                  <a:pt x="281305" y="48260"/>
                </a:lnTo>
                <a:lnTo>
                  <a:pt x="284416" y="59690"/>
                </a:lnTo>
                <a:lnTo>
                  <a:pt x="284416" y="812"/>
                </a:lnTo>
                <a:lnTo>
                  <a:pt x="281114" y="1270"/>
                </a:lnTo>
                <a:lnTo>
                  <a:pt x="279488" y="1270"/>
                </a:lnTo>
                <a:lnTo>
                  <a:pt x="274510" y="6350"/>
                </a:lnTo>
                <a:lnTo>
                  <a:pt x="269671" y="7620"/>
                </a:lnTo>
                <a:lnTo>
                  <a:pt x="267119" y="11430"/>
                </a:lnTo>
                <a:lnTo>
                  <a:pt x="265290" y="17780"/>
                </a:lnTo>
                <a:lnTo>
                  <a:pt x="266115" y="22860"/>
                </a:lnTo>
                <a:lnTo>
                  <a:pt x="269201" y="27940"/>
                </a:lnTo>
                <a:lnTo>
                  <a:pt x="274154" y="31750"/>
                </a:lnTo>
                <a:lnTo>
                  <a:pt x="275145" y="31750"/>
                </a:lnTo>
                <a:lnTo>
                  <a:pt x="275107" y="33020"/>
                </a:lnTo>
                <a:lnTo>
                  <a:pt x="274040" y="31750"/>
                </a:lnTo>
                <a:lnTo>
                  <a:pt x="264820" y="31750"/>
                </a:lnTo>
                <a:lnTo>
                  <a:pt x="263309" y="36830"/>
                </a:lnTo>
                <a:lnTo>
                  <a:pt x="259448" y="46990"/>
                </a:lnTo>
                <a:lnTo>
                  <a:pt x="255003" y="57150"/>
                </a:lnTo>
                <a:lnTo>
                  <a:pt x="250075" y="66040"/>
                </a:lnTo>
                <a:lnTo>
                  <a:pt x="244754" y="76200"/>
                </a:lnTo>
                <a:lnTo>
                  <a:pt x="229908" y="102870"/>
                </a:lnTo>
                <a:lnTo>
                  <a:pt x="213741" y="130810"/>
                </a:lnTo>
                <a:lnTo>
                  <a:pt x="196265" y="162560"/>
                </a:lnTo>
                <a:lnTo>
                  <a:pt x="175526" y="199390"/>
                </a:lnTo>
                <a:lnTo>
                  <a:pt x="169633" y="201930"/>
                </a:lnTo>
                <a:lnTo>
                  <a:pt x="167779" y="196850"/>
                </a:lnTo>
                <a:lnTo>
                  <a:pt x="159092" y="170180"/>
                </a:lnTo>
                <a:lnTo>
                  <a:pt x="155956" y="159537"/>
                </a:lnTo>
                <a:lnTo>
                  <a:pt x="155956" y="204470"/>
                </a:lnTo>
                <a:lnTo>
                  <a:pt x="155752" y="204470"/>
                </a:lnTo>
                <a:lnTo>
                  <a:pt x="120777" y="105410"/>
                </a:lnTo>
                <a:lnTo>
                  <a:pt x="119430" y="101600"/>
                </a:lnTo>
                <a:lnTo>
                  <a:pt x="119507" y="100330"/>
                </a:lnTo>
                <a:lnTo>
                  <a:pt x="125831" y="90170"/>
                </a:lnTo>
                <a:lnTo>
                  <a:pt x="126047" y="90170"/>
                </a:lnTo>
                <a:lnTo>
                  <a:pt x="130810" y="114300"/>
                </a:lnTo>
                <a:lnTo>
                  <a:pt x="136347" y="137160"/>
                </a:lnTo>
                <a:lnTo>
                  <a:pt x="142671" y="160020"/>
                </a:lnTo>
                <a:lnTo>
                  <a:pt x="149758" y="182880"/>
                </a:lnTo>
                <a:lnTo>
                  <a:pt x="151549" y="189230"/>
                </a:lnTo>
                <a:lnTo>
                  <a:pt x="153454" y="194310"/>
                </a:lnTo>
                <a:lnTo>
                  <a:pt x="155930" y="200660"/>
                </a:lnTo>
                <a:lnTo>
                  <a:pt x="155956" y="204470"/>
                </a:lnTo>
                <a:lnTo>
                  <a:pt x="155956" y="159537"/>
                </a:lnTo>
                <a:lnTo>
                  <a:pt x="151980" y="146050"/>
                </a:lnTo>
                <a:lnTo>
                  <a:pt x="145808" y="123190"/>
                </a:lnTo>
                <a:lnTo>
                  <a:pt x="140538" y="99060"/>
                </a:lnTo>
                <a:lnTo>
                  <a:pt x="139763" y="95250"/>
                </a:lnTo>
                <a:lnTo>
                  <a:pt x="139192" y="91440"/>
                </a:lnTo>
                <a:lnTo>
                  <a:pt x="139103" y="90170"/>
                </a:lnTo>
                <a:lnTo>
                  <a:pt x="138798" y="86360"/>
                </a:lnTo>
                <a:lnTo>
                  <a:pt x="138861" y="85090"/>
                </a:lnTo>
                <a:lnTo>
                  <a:pt x="142709" y="78740"/>
                </a:lnTo>
                <a:lnTo>
                  <a:pt x="142595" y="69850"/>
                </a:lnTo>
                <a:lnTo>
                  <a:pt x="135496" y="66040"/>
                </a:lnTo>
                <a:lnTo>
                  <a:pt x="135229" y="64770"/>
                </a:lnTo>
                <a:lnTo>
                  <a:pt x="132435" y="58420"/>
                </a:lnTo>
                <a:lnTo>
                  <a:pt x="127304" y="54610"/>
                </a:lnTo>
                <a:lnTo>
                  <a:pt x="120840" y="53340"/>
                </a:lnTo>
                <a:lnTo>
                  <a:pt x="114134" y="55880"/>
                </a:lnTo>
                <a:lnTo>
                  <a:pt x="108026" y="62230"/>
                </a:lnTo>
                <a:lnTo>
                  <a:pt x="105867" y="69850"/>
                </a:lnTo>
                <a:lnTo>
                  <a:pt x="107734" y="76200"/>
                </a:lnTo>
                <a:lnTo>
                  <a:pt x="113677" y="82550"/>
                </a:lnTo>
                <a:lnTo>
                  <a:pt x="114249" y="82550"/>
                </a:lnTo>
                <a:lnTo>
                  <a:pt x="114325" y="83820"/>
                </a:lnTo>
                <a:lnTo>
                  <a:pt x="113893" y="83820"/>
                </a:lnTo>
                <a:lnTo>
                  <a:pt x="109499" y="90170"/>
                </a:lnTo>
                <a:lnTo>
                  <a:pt x="105740" y="97790"/>
                </a:lnTo>
                <a:lnTo>
                  <a:pt x="102514" y="104140"/>
                </a:lnTo>
                <a:lnTo>
                  <a:pt x="99695" y="111760"/>
                </a:lnTo>
                <a:lnTo>
                  <a:pt x="84797" y="151130"/>
                </a:lnTo>
                <a:lnTo>
                  <a:pt x="55714" y="227330"/>
                </a:lnTo>
                <a:lnTo>
                  <a:pt x="40855" y="267970"/>
                </a:lnTo>
                <a:lnTo>
                  <a:pt x="39611" y="267970"/>
                </a:lnTo>
                <a:lnTo>
                  <a:pt x="37884" y="269240"/>
                </a:lnTo>
                <a:lnTo>
                  <a:pt x="32207" y="273050"/>
                </a:lnTo>
                <a:lnTo>
                  <a:pt x="28943" y="279400"/>
                </a:lnTo>
                <a:lnTo>
                  <a:pt x="28562" y="285750"/>
                </a:lnTo>
                <a:lnTo>
                  <a:pt x="31496" y="292100"/>
                </a:lnTo>
                <a:lnTo>
                  <a:pt x="36245" y="297180"/>
                </a:lnTo>
                <a:lnTo>
                  <a:pt x="41313" y="299720"/>
                </a:lnTo>
                <a:lnTo>
                  <a:pt x="46964" y="300990"/>
                </a:lnTo>
                <a:lnTo>
                  <a:pt x="53467" y="299720"/>
                </a:lnTo>
                <a:lnTo>
                  <a:pt x="59664" y="295910"/>
                </a:lnTo>
                <a:lnTo>
                  <a:pt x="62128" y="290830"/>
                </a:lnTo>
                <a:lnTo>
                  <a:pt x="60299" y="280670"/>
                </a:lnTo>
                <a:lnTo>
                  <a:pt x="58458" y="278130"/>
                </a:lnTo>
                <a:lnTo>
                  <a:pt x="53746" y="275590"/>
                </a:lnTo>
                <a:lnTo>
                  <a:pt x="53289" y="274320"/>
                </a:lnTo>
                <a:lnTo>
                  <a:pt x="68884" y="232549"/>
                </a:lnTo>
                <a:lnTo>
                  <a:pt x="82892" y="195580"/>
                </a:lnTo>
                <a:lnTo>
                  <a:pt x="97167" y="158750"/>
                </a:lnTo>
                <a:lnTo>
                  <a:pt x="112966" y="116840"/>
                </a:lnTo>
                <a:lnTo>
                  <a:pt x="114947" y="111760"/>
                </a:lnTo>
                <a:lnTo>
                  <a:pt x="117919" y="105410"/>
                </a:lnTo>
                <a:lnTo>
                  <a:pt x="118516" y="105410"/>
                </a:lnTo>
                <a:lnTo>
                  <a:pt x="123291" y="120650"/>
                </a:lnTo>
                <a:lnTo>
                  <a:pt x="127596" y="133350"/>
                </a:lnTo>
                <a:lnTo>
                  <a:pt x="132067" y="146050"/>
                </a:lnTo>
                <a:lnTo>
                  <a:pt x="136804" y="158750"/>
                </a:lnTo>
                <a:lnTo>
                  <a:pt x="140106" y="167640"/>
                </a:lnTo>
                <a:lnTo>
                  <a:pt x="143205" y="176530"/>
                </a:lnTo>
                <a:lnTo>
                  <a:pt x="146240" y="185420"/>
                </a:lnTo>
                <a:lnTo>
                  <a:pt x="149339" y="194310"/>
                </a:lnTo>
                <a:lnTo>
                  <a:pt x="154762" y="209550"/>
                </a:lnTo>
                <a:lnTo>
                  <a:pt x="160312" y="224790"/>
                </a:lnTo>
                <a:lnTo>
                  <a:pt x="165989" y="240030"/>
                </a:lnTo>
                <a:lnTo>
                  <a:pt x="172021" y="256540"/>
                </a:lnTo>
                <a:lnTo>
                  <a:pt x="174409" y="256540"/>
                </a:lnTo>
                <a:lnTo>
                  <a:pt x="176720" y="254000"/>
                </a:lnTo>
                <a:lnTo>
                  <a:pt x="177584" y="252730"/>
                </a:lnTo>
                <a:lnTo>
                  <a:pt x="178447" y="251460"/>
                </a:lnTo>
                <a:lnTo>
                  <a:pt x="180035" y="250190"/>
                </a:lnTo>
                <a:lnTo>
                  <a:pt x="188163" y="237490"/>
                </a:lnTo>
                <a:lnTo>
                  <a:pt x="196418" y="224790"/>
                </a:lnTo>
                <a:lnTo>
                  <a:pt x="204800" y="210820"/>
                </a:lnTo>
                <a:lnTo>
                  <a:pt x="213309" y="196850"/>
                </a:lnTo>
                <a:lnTo>
                  <a:pt x="229539" y="167640"/>
                </a:lnTo>
                <a:lnTo>
                  <a:pt x="246583" y="137160"/>
                </a:lnTo>
                <a:lnTo>
                  <a:pt x="264452" y="104140"/>
                </a:lnTo>
                <a:lnTo>
                  <a:pt x="283794" y="67310"/>
                </a:lnTo>
                <a:lnTo>
                  <a:pt x="284226" y="67310"/>
                </a:lnTo>
                <a:lnTo>
                  <a:pt x="289953" y="113030"/>
                </a:lnTo>
                <a:lnTo>
                  <a:pt x="296545" y="156210"/>
                </a:lnTo>
                <a:lnTo>
                  <a:pt x="303517" y="194310"/>
                </a:lnTo>
                <a:lnTo>
                  <a:pt x="313423" y="233680"/>
                </a:lnTo>
                <a:lnTo>
                  <a:pt x="316141" y="236296"/>
                </a:lnTo>
                <a:lnTo>
                  <a:pt x="316128" y="237490"/>
                </a:lnTo>
                <a:lnTo>
                  <a:pt x="315887" y="237490"/>
                </a:lnTo>
                <a:lnTo>
                  <a:pt x="312470" y="240030"/>
                </a:lnTo>
                <a:lnTo>
                  <a:pt x="309041" y="241300"/>
                </a:lnTo>
                <a:lnTo>
                  <a:pt x="301498" y="248920"/>
                </a:lnTo>
                <a:lnTo>
                  <a:pt x="300723" y="255270"/>
                </a:lnTo>
                <a:lnTo>
                  <a:pt x="305854" y="264160"/>
                </a:lnTo>
                <a:lnTo>
                  <a:pt x="309664" y="265430"/>
                </a:lnTo>
                <a:lnTo>
                  <a:pt x="311772" y="285750"/>
                </a:lnTo>
                <a:lnTo>
                  <a:pt x="313042" y="299720"/>
                </a:lnTo>
                <a:lnTo>
                  <a:pt x="313156" y="300990"/>
                </a:lnTo>
                <a:lnTo>
                  <a:pt x="313270" y="302260"/>
                </a:lnTo>
                <a:lnTo>
                  <a:pt x="314477" y="317500"/>
                </a:lnTo>
                <a:lnTo>
                  <a:pt x="315658" y="334010"/>
                </a:lnTo>
                <a:lnTo>
                  <a:pt x="315747" y="335280"/>
                </a:lnTo>
                <a:lnTo>
                  <a:pt x="255485" y="335280"/>
                </a:lnTo>
                <a:lnTo>
                  <a:pt x="255536" y="334010"/>
                </a:lnTo>
                <a:lnTo>
                  <a:pt x="256286" y="322580"/>
                </a:lnTo>
                <a:lnTo>
                  <a:pt x="256946" y="308610"/>
                </a:lnTo>
                <a:lnTo>
                  <a:pt x="257060" y="306070"/>
                </a:lnTo>
                <a:lnTo>
                  <a:pt x="257162" y="303530"/>
                </a:lnTo>
                <a:lnTo>
                  <a:pt x="257276" y="300990"/>
                </a:lnTo>
                <a:lnTo>
                  <a:pt x="257327" y="299720"/>
                </a:lnTo>
                <a:lnTo>
                  <a:pt x="257429" y="297180"/>
                </a:lnTo>
                <a:lnTo>
                  <a:pt x="257543" y="294640"/>
                </a:lnTo>
                <a:lnTo>
                  <a:pt x="258013" y="280670"/>
                </a:lnTo>
                <a:lnTo>
                  <a:pt x="257949" y="271780"/>
                </a:lnTo>
                <a:lnTo>
                  <a:pt x="257822" y="270510"/>
                </a:lnTo>
                <a:lnTo>
                  <a:pt x="257479" y="269240"/>
                </a:lnTo>
                <a:lnTo>
                  <a:pt x="256921" y="270510"/>
                </a:lnTo>
                <a:lnTo>
                  <a:pt x="255257" y="270510"/>
                </a:lnTo>
                <a:lnTo>
                  <a:pt x="255181" y="273050"/>
                </a:lnTo>
                <a:lnTo>
                  <a:pt x="252514" y="334010"/>
                </a:lnTo>
                <a:lnTo>
                  <a:pt x="252450" y="335280"/>
                </a:lnTo>
                <a:lnTo>
                  <a:pt x="202298" y="335280"/>
                </a:lnTo>
                <a:lnTo>
                  <a:pt x="202577" y="327660"/>
                </a:lnTo>
                <a:lnTo>
                  <a:pt x="202514" y="299720"/>
                </a:lnTo>
                <a:lnTo>
                  <a:pt x="199745" y="299720"/>
                </a:lnTo>
                <a:lnTo>
                  <a:pt x="199732" y="302260"/>
                </a:lnTo>
                <a:lnTo>
                  <a:pt x="199440" y="317500"/>
                </a:lnTo>
                <a:lnTo>
                  <a:pt x="199377" y="321310"/>
                </a:lnTo>
                <a:lnTo>
                  <a:pt x="199263" y="327660"/>
                </a:lnTo>
                <a:lnTo>
                  <a:pt x="199136" y="334010"/>
                </a:lnTo>
                <a:lnTo>
                  <a:pt x="199110" y="335280"/>
                </a:lnTo>
                <a:lnTo>
                  <a:pt x="131559" y="335280"/>
                </a:lnTo>
                <a:lnTo>
                  <a:pt x="131445" y="318770"/>
                </a:lnTo>
                <a:lnTo>
                  <a:pt x="131318" y="303530"/>
                </a:lnTo>
                <a:lnTo>
                  <a:pt x="131191" y="288290"/>
                </a:lnTo>
                <a:lnTo>
                  <a:pt x="131064" y="273050"/>
                </a:lnTo>
                <a:lnTo>
                  <a:pt x="131038" y="270510"/>
                </a:lnTo>
                <a:lnTo>
                  <a:pt x="128028" y="270510"/>
                </a:lnTo>
                <a:lnTo>
                  <a:pt x="128079" y="275590"/>
                </a:lnTo>
                <a:lnTo>
                  <a:pt x="128206" y="290830"/>
                </a:lnTo>
                <a:lnTo>
                  <a:pt x="128333" y="306070"/>
                </a:lnTo>
                <a:lnTo>
                  <a:pt x="128447" y="321310"/>
                </a:lnTo>
                <a:lnTo>
                  <a:pt x="128562" y="335280"/>
                </a:lnTo>
                <a:lnTo>
                  <a:pt x="71183" y="335280"/>
                </a:lnTo>
                <a:lnTo>
                  <a:pt x="70535" y="308610"/>
                </a:lnTo>
                <a:lnTo>
                  <a:pt x="70472" y="306070"/>
                </a:lnTo>
                <a:lnTo>
                  <a:pt x="70002" y="304800"/>
                </a:lnTo>
                <a:lnTo>
                  <a:pt x="67792" y="306070"/>
                </a:lnTo>
                <a:lnTo>
                  <a:pt x="67525" y="306070"/>
                </a:lnTo>
                <a:lnTo>
                  <a:pt x="67627" y="326390"/>
                </a:lnTo>
                <a:lnTo>
                  <a:pt x="67665" y="327660"/>
                </a:lnTo>
                <a:lnTo>
                  <a:pt x="67957" y="334010"/>
                </a:lnTo>
                <a:lnTo>
                  <a:pt x="68008" y="335280"/>
                </a:lnTo>
                <a:lnTo>
                  <a:pt x="7924" y="335280"/>
                </a:lnTo>
                <a:lnTo>
                  <a:pt x="7912" y="26670"/>
                </a:lnTo>
                <a:lnTo>
                  <a:pt x="6781" y="25400"/>
                </a:lnTo>
                <a:lnTo>
                  <a:pt x="1193" y="26670"/>
                </a:lnTo>
                <a:lnTo>
                  <a:pt x="127" y="27940"/>
                </a:lnTo>
                <a:lnTo>
                  <a:pt x="0" y="342900"/>
                </a:lnTo>
                <a:lnTo>
                  <a:pt x="359981" y="342900"/>
                </a:lnTo>
                <a:lnTo>
                  <a:pt x="361442" y="341630"/>
                </a:lnTo>
                <a:lnTo>
                  <a:pt x="361759" y="339090"/>
                </a:lnTo>
                <a:close/>
              </a:path>
            </a:pathLst>
          </a:custGeom>
          <a:solidFill>
            <a:srgbClr val="665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002738" y="2547721"/>
            <a:ext cx="347980" cy="354330"/>
          </a:xfrm>
          <a:custGeom>
            <a:avLst/>
            <a:gdLst/>
            <a:ahLst/>
            <a:cxnLst/>
            <a:rect l="l" t="t" r="r" b="b"/>
            <a:pathLst>
              <a:path w="347979" h="354330">
                <a:moveTo>
                  <a:pt x="59994" y="351777"/>
                </a:moveTo>
                <a:lnTo>
                  <a:pt x="58953" y="349516"/>
                </a:lnTo>
                <a:lnTo>
                  <a:pt x="57061" y="345376"/>
                </a:lnTo>
                <a:lnTo>
                  <a:pt x="56159" y="340677"/>
                </a:lnTo>
                <a:lnTo>
                  <a:pt x="56286" y="333870"/>
                </a:lnTo>
                <a:lnTo>
                  <a:pt x="55524" y="333146"/>
                </a:lnTo>
                <a:lnTo>
                  <a:pt x="49199" y="333603"/>
                </a:lnTo>
                <a:lnTo>
                  <a:pt x="48526" y="334441"/>
                </a:lnTo>
                <a:lnTo>
                  <a:pt x="50838" y="351282"/>
                </a:lnTo>
                <a:lnTo>
                  <a:pt x="51371" y="352196"/>
                </a:lnTo>
                <a:lnTo>
                  <a:pt x="53213" y="353568"/>
                </a:lnTo>
                <a:lnTo>
                  <a:pt x="54229" y="353834"/>
                </a:lnTo>
                <a:lnTo>
                  <a:pt x="59283" y="353085"/>
                </a:lnTo>
                <a:lnTo>
                  <a:pt x="59994" y="351777"/>
                </a:lnTo>
                <a:close/>
              </a:path>
              <a:path w="347979" h="354330">
                <a:moveTo>
                  <a:pt x="106743" y="345262"/>
                </a:moveTo>
                <a:lnTo>
                  <a:pt x="102971" y="330365"/>
                </a:lnTo>
                <a:lnTo>
                  <a:pt x="101981" y="329780"/>
                </a:lnTo>
                <a:lnTo>
                  <a:pt x="97891" y="330809"/>
                </a:lnTo>
                <a:lnTo>
                  <a:pt x="96304" y="331216"/>
                </a:lnTo>
                <a:lnTo>
                  <a:pt x="95719" y="332206"/>
                </a:lnTo>
                <a:lnTo>
                  <a:pt x="99491" y="347103"/>
                </a:lnTo>
                <a:lnTo>
                  <a:pt x="100469" y="347687"/>
                </a:lnTo>
                <a:lnTo>
                  <a:pt x="106146" y="346265"/>
                </a:lnTo>
                <a:lnTo>
                  <a:pt x="106743" y="345262"/>
                </a:lnTo>
                <a:close/>
              </a:path>
              <a:path w="347979" h="354330">
                <a:moveTo>
                  <a:pt x="145605" y="293471"/>
                </a:moveTo>
                <a:lnTo>
                  <a:pt x="143129" y="270433"/>
                </a:lnTo>
                <a:lnTo>
                  <a:pt x="143052" y="269608"/>
                </a:lnTo>
                <a:lnTo>
                  <a:pt x="142951" y="268770"/>
                </a:lnTo>
                <a:lnTo>
                  <a:pt x="140766" y="268770"/>
                </a:lnTo>
                <a:lnTo>
                  <a:pt x="140398" y="269214"/>
                </a:lnTo>
                <a:lnTo>
                  <a:pt x="140512" y="275653"/>
                </a:lnTo>
                <a:lnTo>
                  <a:pt x="140550" y="277799"/>
                </a:lnTo>
                <a:lnTo>
                  <a:pt x="141249" y="285407"/>
                </a:lnTo>
                <a:lnTo>
                  <a:pt x="142405" y="292265"/>
                </a:lnTo>
                <a:lnTo>
                  <a:pt x="142633" y="293471"/>
                </a:lnTo>
                <a:lnTo>
                  <a:pt x="145605" y="293471"/>
                </a:lnTo>
                <a:close/>
              </a:path>
              <a:path w="347979" h="354330">
                <a:moveTo>
                  <a:pt x="184175" y="332727"/>
                </a:moveTo>
                <a:lnTo>
                  <a:pt x="183527" y="331990"/>
                </a:lnTo>
                <a:lnTo>
                  <a:pt x="178854" y="331736"/>
                </a:lnTo>
                <a:lnTo>
                  <a:pt x="177482" y="331660"/>
                </a:lnTo>
                <a:lnTo>
                  <a:pt x="176745" y="332308"/>
                </a:lnTo>
                <a:lnTo>
                  <a:pt x="175780" y="349681"/>
                </a:lnTo>
                <a:lnTo>
                  <a:pt x="176428" y="350405"/>
                </a:lnTo>
                <a:lnTo>
                  <a:pt x="182473" y="350748"/>
                </a:lnTo>
                <a:lnTo>
                  <a:pt x="183210" y="350100"/>
                </a:lnTo>
                <a:lnTo>
                  <a:pt x="184175" y="332727"/>
                </a:lnTo>
                <a:close/>
              </a:path>
              <a:path w="347979" h="354330">
                <a:moveTo>
                  <a:pt x="207911" y="268084"/>
                </a:moveTo>
                <a:lnTo>
                  <a:pt x="207772" y="267944"/>
                </a:lnTo>
                <a:lnTo>
                  <a:pt x="207581" y="267766"/>
                </a:lnTo>
                <a:lnTo>
                  <a:pt x="205232" y="267944"/>
                </a:lnTo>
                <a:lnTo>
                  <a:pt x="204330" y="268770"/>
                </a:lnTo>
                <a:lnTo>
                  <a:pt x="204609" y="268770"/>
                </a:lnTo>
                <a:lnTo>
                  <a:pt x="204050" y="292265"/>
                </a:lnTo>
                <a:lnTo>
                  <a:pt x="204025" y="293471"/>
                </a:lnTo>
                <a:lnTo>
                  <a:pt x="207213" y="293471"/>
                </a:lnTo>
                <a:lnTo>
                  <a:pt x="207848" y="270433"/>
                </a:lnTo>
                <a:lnTo>
                  <a:pt x="207911" y="268084"/>
                </a:lnTo>
                <a:close/>
              </a:path>
              <a:path w="347979" h="354330">
                <a:moveTo>
                  <a:pt x="238480" y="331228"/>
                </a:moveTo>
                <a:lnTo>
                  <a:pt x="237756" y="330225"/>
                </a:lnTo>
                <a:lnTo>
                  <a:pt x="233870" y="329615"/>
                </a:lnTo>
                <a:lnTo>
                  <a:pt x="232130" y="329349"/>
                </a:lnTo>
                <a:lnTo>
                  <a:pt x="231127" y="330073"/>
                </a:lnTo>
                <a:lnTo>
                  <a:pt x="228650" y="345948"/>
                </a:lnTo>
                <a:lnTo>
                  <a:pt x="229374" y="346951"/>
                </a:lnTo>
                <a:lnTo>
                  <a:pt x="235000" y="347827"/>
                </a:lnTo>
                <a:lnTo>
                  <a:pt x="236004" y="347103"/>
                </a:lnTo>
                <a:lnTo>
                  <a:pt x="238480" y="331228"/>
                </a:lnTo>
                <a:close/>
              </a:path>
              <a:path w="347979" h="354330">
                <a:moveTo>
                  <a:pt x="266052" y="293471"/>
                </a:moveTo>
                <a:lnTo>
                  <a:pt x="265988" y="269214"/>
                </a:lnTo>
                <a:lnTo>
                  <a:pt x="265658" y="268922"/>
                </a:lnTo>
                <a:lnTo>
                  <a:pt x="262813" y="269214"/>
                </a:lnTo>
                <a:lnTo>
                  <a:pt x="263398" y="269214"/>
                </a:lnTo>
                <a:lnTo>
                  <a:pt x="263029" y="269608"/>
                </a:lnTo>
                <a:lnTo>
                  <a:pt x="262978" y="275653"/>
                </a:lnTo>
                <a:lnTo>
                  <a:pt x="262890" y="283959"/>
                </a:lnTo>
                <a:lnTo>
                  <a:pt x="262775" y="293471"/>
                </a:lnTo>
                <a:lnTo>
                  <a:pt x="266052" y="293471"/>
                </a:lnTo>
                <a:close/>
              </a:path>
              <a:path w="347979" h="354330">
                <a:moveTo>
                  <a:pt x="291998" y="331825"/>
                </a:moveTo>
                <a:lnTo>
                  <a:pt x="291388" y="331203"/>
                </a:lnTo>
                <a:lnTo>
                  <a:pt x="286562" y="331139"/>
                </a:lnTo>
                <a:lnTo>
                  <a:pt x="285330" y="331127"/>
                </a:lnTo>
                <a:lnTo>
                  <a:pt x="284695" y="331736"/>
                </a:lnTo>
                <a:lnTo>
                  <a:pt x="284492" y="349097"/>
                </a:lnTo>
                <a:lnTo>
                  <a:pt x="285102" y="349719"/>
                </a:lnTo>
                <a:lnTo>
                  <a:pt x="291160" y="349796"/>
                </a:lnTo>
                <a:lnTo>
                  <a:pt x="291782" y="349186"/>
                </a:lnTo>
                <a:lnTo>
                  <a:pt x="291998" y="331825"/>
                </a:lnTo>
                <a:close/>
              </a:path>
              <a:path w="347979" h="354330">
                <a:moveTo>
                  <a:pt x="347459" y="297764"/>
                </a:moveTo>
                <a:lnTo>
                  <a:pt x="346938" y="294855"/>
                </a:lnTo>
                <a:lnTo>
                  <a:pt x="345706" y="293801"/>
                </a:lnTo>
                <a:lnTo>
                  <a:pt x="262483" y="293636"/>
                </a:lnTo>
                <a:lnTo>
                  <a:pt x="262661" y="293471"/>
                </a:lnTo>
                <a:lnTo>
                  <a:pt x="207365" y="293471"/>
                </a:lnTo>
                <a:lnTo>
                  <a:pt x="203809" y="293522"/>
                </a:lnTo>
                <a:lnTo>
                  <a:pt x="203555" y="293776"/>
                </a:lnTo>
                <a:lnTo>
                  <a:pt x="142481" y="293624"/>
                </a:lnTo>
                <a:lnTo>
                  <a:pt x="142328" y="293801"/>
                </a:lnTo>
                <a:lnTo>
                  <a:pt x="80645" y="293801"/>
                </a:lnTo>
                <a:lnTo>
                  <a:pt x="80327" y="293471"/>
                </a:lnTo>
                <a:lnTo>
                  <a:pt x="80225" y="292265"/>
                </a:lnTo>
                <a:lnTo>
                  <a:pt x="80581" y="285407"/>
                </a:lnTo>
                <a:lnTo>
                  <a:pt x="80670" y="275653"/>
                </a:lnTo>
                <a:lnTo>
                  <a:pt x="80378" y="270433"/>
                </a:lnTo>
                <a:lnTo>
                  <a:pt x="80276" y="268770"/>
                </a:lnTo>
                <a:lnTo>
                  <a:pt x="80175" y="267106"/>
                </a:lnTo>
                <a:lnTo>
                  <a:pt x="77901" y="267106"/>
                </a:lnTo>
                <a:lnTo>
                  <a:pt x="77457" y="267589"/>
                </a:lnTo>
                <a:lnTo>
                  <a:pt x="76923" y="292265"/>
                </a:lnTo>
                <a:lnTo>
                  <a:pt x="76911" y="293471"/>
                </a:lnTo>
                <a:lnTo>
                  <a:pt x="76555" y="293801"/>
                </a:lnTo>
                <a:lnTo>
                  <a:pt x="8496" y="293801"/>
                </a:lnTo>
                <a:lnTo>
                  <a:pt x="8166" y="293471"/>
                </a:lnTo>
                <a:lnTo>
                  <a:pt x="8229" y="217309"/>
                </a:lnTo>
                <a:lnTo>
                  <a:pt x="8331" y="216966"/>
                </a:lnTo>
                <a:lnTo>
                  <a:pt x="8737" y="216471"/>
                </a:lnTo>
                <a:lnTo>
                  <a:pt x="11760" y="212547"/>
                </a:lnTo>
                <a:lnTo>
                  <a:pt x="33299" y="184556"/>
                </a:lnTo>
                <a:lnTo>
                  <a:pt x="58750" y="152082"/>
                </a:lnTo>
                <a:lnTo>
                  <a:pt x="85128" y="118986"/>
                </a:lnTo>
                <a:lnTo>
                  <a:pt x="114414" y="82867"/>
                </a:lnTo>
                <a:lnTo>
                  <a:pt x="116370" y="80175"/>
                </a:lnTo>
                <a:lnTo>
                  <a:pt x="118452" y="77025"/>
                </a:lnTo>
                <a:lnTo>
                  <a:pt x="119570" y="77025"/>
                </a:lnTo>
                <a:lnTo>
                  <a:pt x="129362" y="99085"/>
                </a:lnTo>
                <a:lnTo>
                  <a:pt x="139382" y="120599"/>
                </a:lnTo>
                <a:lnTo>
                  <a:pt x="149733" y="141833"/>
                </a:lnTo>
                <a:lnTo>
                  <a:pt x="160426" y="162814"/>
                </a:lnTo>
                <a:lnTo>
                  <a:pt x="161886" y="165633"/>
                </a:lnTo>
                <a:lnTo>
                  <a:pt x="161404" y="168071"/>
                </a:lnTo>
                <a:lnTo>
                  <a:pt x="161417" y="178231"/>
                </a:lnTo>
                <a:lnTo>
                  <a:pt x="164807" y="183083"/>
                </a:lnTo>
                <a:lnTo>
                  <a:pt x="172897" y="186156"/>
                </a:lnTo>
                <a:lnTo>
                  <a:pt x="174002" y="187159"/>
                </a:lnTo>
                <a:lnTo>
                  <a:pt x="178600" y="195351"/>
                </a:lnTo>
                <a:lnTo>
                  <a:pt x="182511" y="202412"/>
                </a:lnTo>
                <a:lnTo>
                  <a:pt x="186309" y="209410"/>
                </a:lnTo>
                <a:lnTo>
                  <a:pt x="190538" y="217309"/>
                </a:lnTo>
                <a:lnTo>
                  <a:pt x="191236" y="217728"/>
                </a:lnTo>
                <a:lnTo>
                  <a:pt x="193128" y="217728"/>
                </a:lnTo>
                <a:lnTo>
                  <a:pt x="193827" y="217309"/>
                </a:lnTo>
                <a:lnTo>
                  <a:pt x="194271" y="216471"/>
                </a:lnTo>
                <a:lnTo>
                  <a:pt x="195783" y="213817"/>
                </a:lnTo>
                <a:lnTo>
                  <a:pt x="215430" y="179209"/>
                </a:lnTo>
                <a:lnTo>
                  <a:pt x="238506" y="143256"/>
                </a:lnTo>
                <a:lnTo>
                  <a:pt x="262953" y="108242"/>
                </a:lnTo>
                <a:lnTo>
                  <a:pt x="289039" y="72796"/>
                </a:lnTo>
                <a:lnTo>
                  <a:pt x="290474" y="70878"/>
                </a:lnTo>
                <a:lnTo>
                  <a:pt x="292265" y="67627"/>
                </a:lnTo>
                <a:lnTo>
                  <a:pt x="294944" y="63563"/>
                </a:lnTo>
                <a:lnTo>
                  <a:pt x="295732" y="63563"/>
                </a:lnTo>
                <a:lnTo>
                  <a:pt x="300062" y="67627"/>
                </a:lnTo>
                <a:lnTo>
                  <a:pt x="304025" y="70370"/>
                </a:lnTo>
                <a:lnTo>
                  <a:pt x="308978" y="72796"/>
                </a:lnTo>
                <a:lnTo>
                  <a:pt x="309524" y="72631"/>
                </a:lnTo>
                <a:lnTo>
                  <a:pt x="310261" y="71399"/>
                </a:lnTo>
                <a:lnTo>
                  <a:pt x="310324" y="70878"/>
                </a:lnTo>
                <a:lnTo>
                  <a:pt x="300024" y="63563"/>
                </a:lnTo>
                <a:lnTo>
                  <a:pt x="295465" y="60337"/>
                </a:lnTo>
                <a:lnTo>
                  <a:pt x="294576" y="60477"/>
                </a:lnTo>
                <a:lnTo>
                  <a:pt x="255282" y="114261"/>
                </a:lnTo>
                <a:lnTo>
                  <a:pt x="222694" y="162179"/>
                </a:lnTo>
                <a:lnTo>
                  <a:pt x="193205" y="212547"/>
                </a:lnTo>
                <a:lnTo>
                  <a:pt x="192506" y="213817"/>
                </a:lnTo>
                <a:lnTo>
                  <a:pt x="191871" y="213817"/>
                </a:lnTo>
                <a:lnTo>
                  <a:pt x="178333" y="189534"/>
                </a:lnTo>
                <a:lnTo>
                  <a:pt x="178422" y="188849"/>
                </a:lnTo>
                <a:lnTo>
                  <a:pt x="178117" y="188849"/>
                </a:lnTo>
                <a:lnTo>
                  <a:pt x="187096" y="187985"/>
                </a:lnTo>
                <a:lnTo>
                  <a:pt x="192913" y="184746"/>
                </a:lnTo>
                <a:lnTo>
                  <a:pt x="196100" y="179209"/>
                </a:lnTo>
                <a:lnTo>
                  <a:pt x="196202" y="179044"/>
                </a:lnTo>
                <a:lnTo>
                  <a:pt x="197091" y="169799"/>
                </a:lnTo>
                <a:lnTo>
                  <a:pt x="203314" y="161150"/>
                </a:lnTo>
                <a:lnTo>
                  <a:pt x="218744" y="139700"/>
                </a:lnTo>
                <a:lnTo>
                  <a:pt x="240512" y="109931"/>
                </a:lnTo>
                <a:lnTo>
                  <a:pt x="262775" y="79984"/>
                </a:lnTo>
                <a:lnTo>
                  <a:pt x="285508" y="49898"/>
                </a:lnTo>
                <a:lnTo>
                  <a:pt x="289001" y="45313"/>
                </a:lnTo>
                <a:lnTo>
                  <a:pt x="291693" y="40144"/>
                </a:lnTo>
                <a:lnTo>
                  <a:pt x="293789" y="33769"/>
                </a:lnTo>
                <a:lnTo>
                  <a:pt x="294182" y="33604"/>
                </a:lnTo>
                <a:lnTo>
                  <a:pt x="299072" y="36017"/>
                </a:lnTo>
                <a:lnTo>
                  <a:pt x="303352" y="37236"/>
                </a:lnTo>
                <a:lnTo>
                  <a:pt x="307606" y="37528"/>
                </a:lnTo>
                <a:lnTo>
                  <a:pt x="317614" y="34442"/>
                </a:lnTo>
                <a:lnTo>
                  <a:pt x="318020" y="33769"/>
                </a:lnTo>
                <a:lnTo>
                  <a:pt x="318122" y="33604"/>
                </a:lnTo>
                <a:lnTo>
                  <a:pt x="322541" y="26301"/>
                </a:lnTo>
                <a:lnTo>
                  <a:pt x="322364" y="24307"/>
                </a:lnTo>
                <a:lnTo>
                  <a:pt x="321703" y="18656"/>
                </a:lnTo>
                <a:lnTo>
                  <a:pt x="321589" y="17716"/>
                </a:lnTo>
                <a:lnTo>
                  <a:pt x="321513" y="17005"/>
                </a:lnTo>
                <a:lnTo>
                  <a:pt x="321157" y="16637"/>
                </a:lnTo>
                <a:lnTo>
                  <a:pt x="313258" y="10464"/>
                </a:lnTo>
                <a:lnTo>
                  <a:pt x="312420" y="10223"/>
                </a:lnTo>
                <a:lnTo>
                  <a:pt x="311835" y="9702"/>
                </a:lnTo>
                <a:lnTo>
                  <a:pt x="307886" y="215"/>
                </a:lnTo>
                <a:lnTo>
                  <a:pt x="296964" y="0"/>
                </a:lnTo>
                <a:lnTo>
                  <a:pt x="290664" y="5600"/>
                </a:lnTo>
                <a:lnTo>
                  <a:pt x="286651" y="11214"/>
                </a:lnTo>
                <a:lnTo>
                  <a:pt x="285635" y="16637"/>
                </a:lnTo>
                <a:lnTo>
                  <a:pt x="285623" y="18656"/>
                </a:lnTo>
                <a:lnTo>
                  <a:pt x="286740" y="24307"/>
                </a:lnTo>
                <a:lnTo>
                  <a:pt x="290283" y="30187"/>
                </a:lnTo>
                <a:lnTo>
                  <a:pt x="291096" y="31127"/>
                </a:lnTo>
                <a:lnTo>
                  <a:pt x="290906" y="31445"/>
                </a:lnTo>
                <a:lnTo>
                  <a:pt x="284530" y="29756"/>
                </a:lnTo>
                <a:lnTo>
                  <a:pt x="279781" y="31584"/>
                </a:lnTo>
                <a:lnTo>
                  <a:pt x="279971" y="31584"/>
                </a:lnTo>
                <a:lnTo>
                  <a:pt x="275386" y="37388"/>
                </a:lnTo>
                <a:lnTo>
                  <a:pt x="252514" y="66814"/>
                </a:lnTo>
                <a:lnTo>
                  <a:pt x="229298" y="97637"/>
                </a:lnTo>
                <a:lnTo>
                  <a:pt x="206590" y="128790"/>
                </a:lnTo>
                <a:lnTo>
                  <a:pt x="183769" y="161150"/>
                </a:lnTo>
                <a:lnTo>
                  <a:pt x="183146" y="161150"/>
                </a:lnTo>
                <a:lnTo>
                  <a:pt x="164719" y="125552"/>
                </a:lnTo>
                <a:lnTo>
                  <a:pt x="164477" y="125006"/>
                </a:lnTo>
                <a:lnTo>
                  <a:pt x="164477" y="160439"/>
                </a:lnTo>
                <a:lnTo>
                  <a:pt x="164261" y="160439"/>
                </a:lnTo>
                <a:lnTo>
                  <a:pt x="163029" y="161124"/>
                </a:lnTo>
                <a:lnTo>
                  <a:pt x="162788" y="160705"/>
                </a:lnTo>
                <a:lnTo>
                  <a:pt x="151358" y="138912"/>
                </a:lnTo>
                <a:lnTo>
                  <a:pt x="140512" y="116840"/>
                </a:lnTo>
                <a:lnTo>
                  <a:pt x="130289" y="94462"/>
                </a:lnTo>
                <a:lnTo>
                  <a:pt x="123012" y="77304"/>
                </a:lnTo>
                <a:lnTo>
                  <a:pt x="122885" y="77025"/>
                </a:lnTo>
                <a:lnTo>
                  <a:pt x="120497" y="71399"/>
                </a:lnTo>
                <a:lnTo>
                  <a:pt x="120319" y="71259"/>
                </a:lnTo>
                <a:lnTo>
                  <a:pt x="118986" y="71259"/>
                </a:lnTo>
                <a:lnTo>
                  <a:pt x="116078" y="75679"/>
                </a:lnTo>
                <a:lnTo>
                  <a:pt x="113741" y="78943"/>
                </a:lnTo>
                <a:lnTo>
                  <a:pt x="83172" y="116598"/>
                </a:lnTo>
                <a:lnTo>
                  <a:pt x="56527" y="150037"/>
                </a:lnTo>
                <a:lnTo>
                  <a:pt x="31775" y="181711"/>
                </a:lnTo>
                <a:lnTo>
                  <a:pt x="8255" y="212547"/>
                </a:lnTo>
                <a:lnTo>
                  <a:pt x="8013" y="212547"/>
                </a:lnTo>
                <a:lnTo>
                  <a:pt x="8128" y="195351"/>
                </a:lnTo>
                <a:lnTo>
                  <a:pt x="8242" y="178231"/>
                </a:lnTo>
                <a:lnTo>
                  <a:pt x="8255" y="175387"/>
                </a:lnTo>
                <a:lnTo>
                  <a:pt x="8547" y="174815"/>
                </a:lnTo>
                <a:lnTo>
                  <a:pt x="11150" y="172935"/>
                </a:lnTo>
                <a:lnTo>
                  <a:pt x="13550" y="171462"/>
                </a:lnTo>
                <a:lnTo>
                  <a:pt x="22974" y="159346"/>
                </a:lnTo>
                <a:lnTo>
                  <a:pt x="28155" y="152603"/>
                </a:lnTo>
                <a:lnTo>
                  <a:pt x="31216" y="148628"/>
                </a:lnTo>
                <a:lnTo>
                  <a:pt x="39751" y="137363"/>
                </a:lnTo>
                <a:lnTo>
                  <a:pt x="62941" y="106883"/>
                </a:lnTo>
                <a:lnTo>
                  <a:pt x="92392" y="71882"/>
                </a:lnTo>
                <a:lnTo>
                  <a:pt x="109601" y="53365"/>
                </a:lnTo>
                <a:lnTo>
                  <a:pt x="110375" y="51269"/>
                </a:lnTo>
                <a:lnTo>
                  <a:pt x="110274" y="47244"/>
                </a:lnTo>
                <a:lnTo>
                  <a:pt x="110642" y="47244"/>
                </a:lnTo>
                <a:lnTo>
                  <a:pt x="113296" y="49352"/>
                </a:lnTo>
                <a:lnTo>
                  <a:pt x="116027" y="50368"/>
                </a:lnTo>
                <a:lnTo>
                  <a:pt x="120446" y="50622"/>
                </a:lnTo>
                <a:lnTo>
                  <a:pt x="121246" y="51269"/>
                </a:lnTo>
                <a:lnTo>
                  <a:pt x="123126" y="58420"/>
                </a:lnTo>
                <a:lnTo>
                  <a:pt x="124866" y="64109"/>
                </a:lnTo>
                <a:lnTo>
                  <a:pt x="144322" y="115227"/>
                </a:lnTo>
                <a:lnTo>
                  <a:pt x="164401" y="159956"/>
                </a:lnTo>
                <a:lnTo>
                  <a:pt x="164477" y="160439"/>
                </a:lnTo>
                <a:lnTo>
                  <a:pt x="164477" y="125006"/>
                </a:lnTo>
                <a:lnTo>
                  <a:pt x="154305" y="101638"/>
                </a:lnTo>
                <a:lnTo>
                  <a:pt x="144437" y="77304"/>
                </a:lnTo>
                <a:lnTo>
                  <a:pt x="135089" y="52387"/>
                </a:lnTo>
                <a:lnTo>
                  <a:pt x="134759" y="51269"/>
                </a:lnTo>
                <a:lnTo>
                  <a:pt x="134658" y="50939"/>
                </a:lnTo>
                <a:lnTo>
                  <a:pt x="134289" y="49352"/>
                </a:lnTo>
                <a:lnTo>
                  <a:pt x="134175" y="48882"/>
                </a:lnTo>
                <a:lnTo>
                  <a:pt x="134327" y="48374"/>
                </a:lnTo>
                <a:lnTo>
                  <a:pt x="135648" y="47244"/>
                </a:lnTo>
                <a:lnTo>
                  <a:pt x="138366" y="44919"/>
                </a:lnTo>
                <a:lnTo>
                  <a:pt x="139433" y="44005"/>
                </a:lnTo>
                <a:lnTo>
                  <a:pt x="140614" y="38608"/>
                </a:lnTo>
                <a:lnTo>
                  <a:pt x="137109" y="27965"/>
                </a:lnTo>
                <a:lnTo>
                  <a:pt x="132562" y="26987"/>
                </a:lnTo>
                <a:lnTo>
                  <a:pt x="130670" y="23114"/>
                </a:lnTo>
                <a:lnTo>
                  <a:pt x="126619" y="18656"/>
                </a:lnTo>
                <a:lnTo>
                  <a:pt x="121056" y="17195"/>
                </a:lnTo>
                <a:lnTo>
                  <a:pt x="115049" y="18288"/>
                </a:lnTo>
                <a:lnTo>
                  <a:pt x="109639" y="21564"/>
                </a:lnTo>
                <a:lnTo>
                  <a:pt x="105778" y="26301"/>
                </a:lnTo>
                <a:lnTo>
                  <a:pt x="104279" y="31584"/>
                </a:lnTo>
                <a:lnTo>
                  <a:pt x="105130" y="37236"/>
                </a:lnTo>
                <a:lnTo>
                  <a:pt x="105219" y="37528"/>
                </a:lnTo>
                <a:lnTo>
                  <a:pt x="108381" y="43751"/>
                </a:lnTo>
                <a:lnTo>
                  <a:pt x="108953" y="44919"/>
                </a:lnTo>
                <a:lnTo>
                  <a:pt x="101739" y="38608"/>
                </a:lnTo>
                <a:lnTo>
                  <a:pt x="95059" y="44450"/>
                </a:lnTo>
                <a:lnTo>
                  <a:pt x="90766" y="49060"/>
                </a:lnTo>
                <a:lnTo>
                  <a:pt x="48260" y="99275"/>
                </a:lnTo>
                <a:lnTo>
                  <a:pt x="8826" y="151866"/>
                </a:lnTo>
                <a:lnTo>
                  <a:pt x="8305" y="152603"/>
                </a:lnTo>
                <a:lnTo>
                  <a:pt x="8039" y="152603"/>
                </a:lnTo>
                <a:lnTo>
                  <a:pt x="8039" y="17005"/>
                </a:lnTo>
                <a:lnTo>
                  <a:pt x="7035" y="15913"/>
                </a:lnTo>
                <a:lnTo>
                  <a:pt x="1397" y="15367"/>
                </a:lnTo>
                <a:lnTo>
                  <a:pt x="0" y="16637"/>
                </a:lnTo>
                <a:lnTo>
                  <a:pt x="127" y="300634"/>
                </a:lnTo>
                <a:lnTo>
                  <a:pt x="762" y="301383"/>
                </a:lnTo>
                <a:lnTo>
                  <a:pt x="4152" y="302018"/>
                </a:lnTo>
                <a:lnTo>
                  <a:pt x="345541" y="302018"/>
                </a:lnTo>
                <a:lnTo>
                  <a:pt x="346798" y="301028"/>
                </a:lnTo>
                <a:lnTo>
                  <a:pt x="347421" y="298564"/>
                </a:lnTo>
                <a:lnTo>
                  <a:pt x="347459" y="297764"/>
                </a:lnTo>
                <a:close/>
              </a:path>
            </a:pathLst>
          </a:custGeom>
          <a:solidFill>
            <a:srgbClr val="665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86471" y="2431186"/>
            <a:ext cx="306070" cy="474345"/>
          </a:xfrm>
          <a:custGeom>
            <a:avLst/>
            <a:gdLst/>
            <a:ahLst/>
            <a:cxnLst/>
            <a:rect l="l" t="t" r="r" b="b"/>
            <a:pathLst>
              <a:path w="306070" h="474344">
                <a:moveTo>
                  <a:pt x="38684" y="131622"/>
                </a:moveTo>
                <a:lnTo>
                  <a:pt x="37299" y="127342"/>
                </a:lnTo>
                <a:lnTo>
                  <a:pt x="36144" y="126758"/>
                </a:lnTo>
                <a:lnTo>
                  <a:pt x="2349" y="137744"/>
                </a:lnTo>
                <a:lnTo>
                  <a:pt x="596" y="138315"/>
                </a:lnTo>
                <a:lnTo>
                  <a:pt x="0" y="139471"/>
                </a:lnTo>
                <a:lnTo>
                  <a:pt x="1397" y="143738"/>
                </a:lnTo>
                <a:lnTo>
                  <a:pt x="2552" y="144335"/>
                </a:lnTo>
                <a:lnTo>
                  <a:pt x="38100" y="132778"/>
                </a:lnTo>
                <a:lnTo>
                  <a:pt x="38684" y="131622"/>
                </a:lnTo>
                <a:close/>
              </a:path>
              <a:path w="306070" h="474344">
                <a:moveTo>
                  <a:pt x="49199" y="92138"/>
                </a:moveTo>
                <a:lnTo>
                  <a:pt x="48933" y="89865"/>
                </a:lnTo>
                <a:lnTo>
                  <a:pt x="48196" y="89052"/>
                </a:lnTo>
                <a:lnTo>
                  <a:pt x="46888" y="88785"/>
                </a:lnTo>
                <a:lnTo>
                  <a:pt x="39433" y="86779"/>
                </a:lnTo>
                <a:lnTo>
                  <a:pt x="32639" y="84112"/>
                </a:lnTo>
                <a:lnTo>
                  <a:pt x="26530" y="80784"/>
                </a:lnTo>
                <a:lnTo>
                  <a:pt x="21082" y="76784"/>
                </a:lnTo>
                <a:lnTo>
                  <a:pt x="19646" y="75565"/>
                </a:lnTo>
                <a:lnTo>
                  <a:pt x="18224" y="75577"/>
                </a:lnTo>
                <a:lnTo>
                  <a:pt x="16446" y="77190"/>
                </a:lnTo>
                <a:lnTo>
                  <a:pt x="16154" y="77558"/>
                </a:lnTo>
                <a:lnTo>
                  <a:pt x="15278" y="79235"/>
                </a:lnTo>
                <a:lnTo>
                  <a:pt x="15443" y="80340"/>
                </a:lnTo>
                <a:lnTo>
                  <a:pt x="46062" y="95427"/>
                </a:lnTo>
                <a:lnTo>
                  <a:pt x="47409" y="94932"/>
                </a:lnTo>
                <a:lnTo>
                  <a:pt x="48983" y="92951"/>
                </a:lnTo>
                <a:lnTo>
                  <a:pt x="49199" y="92138"/>
                </a:lnTo>
                <a:close/>
              </a:path>
              <a:path w="306070" h="474344">
                <a:moveTo>
                  <a:pt x="67348" y="56705"/>
                </a:moveTo>
                <a:lnTo>
                  <a:pt x="67094" y="55397"/>
                </a:lnTo>
                <a:lnTo>
                  <a:pt x="44831" y="40157"/>
                </a:lnTo>
                <a:lnTo>
                  <a:pt x="43281" y="39090"/>
                </a:lnTo>
                <a:lnTo>
                  <a:pt x="41973" y="39331"/>
                </a:lnTo>
                <a:lnTo>
                  <a:pt x="39420" y="43078"/>
                </a:lnTo>
                <a:lnTo>
                  <a:pt x="39662" y="44373"/>
                </a:lnTo>
                <a:lnTo>
                  <a:pt x="63474" y="60680"/>
                </a:lnTo>
                <a:lnTo>
                  <a:pt x="64782" y="60439"/>
                </a:lnTo>
                <a:lnTo>
                  <a:pt x="67348" y="56705"/>
                </a:lnTo>
                <a:close/>
              </a:path>
              <a:path w="306070" h="474344">
                <a:moveTo>
                  <a:pt x="121996" y="1028"/>
                </a:moveTo>
                <a:lnTo>
                  <a:pt x="121170" y="152"/>
                </a:lnTo>
                <a:lnTo>
                  <a:pt x="117944" y="50"/>
                </a:lnTo>
                <a:lnTo>
                  <a:pt x="116243" y="0"/>
                </a:lnTo>
                <a:lnTo>
                  <a:pt x="115366" y="838"/>
                </a:lnTo>
                <a:lnTo>
                  <a:pt x="114528" y="29159"/>
                </a:lnTo>
                <a:lnTo>
                  <a:pt x="115354" y="30035"/>
                </a:lnTo>
                <a:lnTo>
                  <a:pt x="120269" y="30175"/>
                </a:lnTo>
                <a:lnTo>
                  <a:pt x="121158" y="29349"/>
                </a:lnTo>
                <a:lnTo>
                  <a:pt x="121996" y="1028"/>
                </a:lnTo>
                <a:close/>
              </a:path>
              <a:path w="306070" h="474344">
                <a:moveTo>
                  <a:pt x="128435" y="473163"/>
                </a:moveTo>
                <a:lnTo>
                  <a:pt x="128384" y="459727"/>
                </a:lnTo>
                <a:lnTo>
                  <a:pt x="127698" y="459041"/>
                </a:lnTo>
                <a:lnTo>
                  <a:pt x="123024" y="459054"/>
                </a:lnTo>
                <a:lnTo>
                  <a:pt x="121653" y="459054"/>
                </a:lnTo>
                <a:lnTo>
                  <a:pt x="120980" y="459752"/>
                </a:lnTo>
                <a:lnTo>
                  <a:pt x="121018" y="473189"/>
                </a:lnTo>
                <a:lnTo>
                  <a:pt x="121716" y="473875"/>
                </a:lnTo>
                <a:lnTo>
                  <a:pt x="127749" y="473849"/>
                </a:lnTo>
                <a:lnTo>
                  <a:pt x="128435" y="473163"/>
                </a:lnTo>
                <a:close/>
              </a:path>
              <a:path w="306070" h="474344">
                <a:moveTo>
                  <a:pt x="146799" y="93433"/>
                </a:moveTo>
                <a:lnTo>
                  <a:pt x="146456" y="83502"/>
                </a:lnTo>
                <a:lnTo>
                  <a:pt x="140322" y="77800"/>
                </a:lnTo>
                <a:lnTo>
                  <a:pt x="132130" y="77825"/>
                </a:lnTo>
                <a:lnTo>
                  <a:pt x="125615" y="85128"/>
                </a:lnTo>
                <a:lnTo>
                  <a:pt x="123342" y="90995"/>
                </a:lnTo>
                <a:lnTo>
                  <a:pt x="121475" y="97523"/>
                </a:lnTo>
                <a:lnTo>
                  <a:pt x="119913" y="105156"/>
                </a:lnTo>
                <a:lnTo>
                  <a:pt x="119634" y="105460"/>
                </a:lnTo>
                <a:lnTo>
                  <a:pt x="118770" y="105765"/>
                </a:lnTo>
                <a:lnTo>
                  <a:pt x="118376" y="105689"/>
                </a:lnTo>
                <a:lnTo>
                  <a:pt x="118021" y="105397"/>
                </a:lnTo>
                <a:lnTo>
                  <a:pt x="113080" y="101206"/>
                </a:lnTo>
                <a:lnTo>
                  <a:pt x="107937" y="96697"/>
                </a:lnTo>
                <a:lnTo>
                  <a:pt x="99072" y="88696"/>
                </a:lnTo>
                <a:lnTo>
                  <a:pt x="95300" y="87490"/>
                </a:lnTo>
                <a:lnTo>
                  <a:pt x="84061" y="89560"/>
                </a:lnTo>
                <a:lnTo>
                  <a:pt x="79133" y="97764"/>
                </a:lnTo>
                <a:lnTo>
                  <a:pt x="83743" y="106743"/>
                </a:lnTo>
                <a:lnTo>
                  <a:pt x="85496" y="108877"/>
                </a:lnTo>
                <a:lnTo>
                  <a:pt x="93776" y="115862"/>
                </a:lnTo>
                <a:lnTo>
                  <a:pt x="99656" y="121056"/>
                </a:lnTo>
                <a:lnTo>
                  <a:pt x="105448" y="126365"/>
                </a:lnTo>
                <a:lnTo>
                  <a:pt x="111150" y="131826"/>
                </a:lnTo>
                <a:lnTo>
                  <a:pt x="115938" y="135763"/>
                </a:lnTo>
                <a:lnTo>
                  <a:pt x="121170" y="138493"/>
                </a:lnTo>
                <a:lnTo>
                  <a:pt x="126847" y="139496"/>
                </a:lnTo>
                <a:lnTo>
                  <a:pt x="132905" y="138264"/>
                </a:lnTo>
                <a:lnTo>
                  <a:pt x="138531" y="136004"/>
                </a:lnTo>
                <a:lnTo>
                  <a:pt x="141389" y="131648"/>
                </a:lnTo>
                <a:lnTo>
                  <a:pt x="141439" y="125209"/>
                </a:lnTo>
                <a:lnTo>
                  <a:pt x="141846" y="117195"/>
                </a:lnTo>
                <a:lnTo>
                  <a:pt x="142862" y="109232"/>
                </a:lnTo>
                <a:lnTo>
                  <a:pt x="144526" y="101307"/>
                </a:lnTo>
                <a:lnTo>
                  <a:pt x="146799" y="93433"/>
                </a:lnTo>
                <a:close/>
              </a:path>
              <a:path w="306070" h="474344">
                <a:moveTo>
                  <a:pt x="186690" y="105321"/>
                </a:moveTo>
                <a:lnTo>
                  <a:pt x="184391" y="83070"/>
                </a:lnTo>
                <a:lnTo>
                  <a:pt x="184289" y="82080"/>
                </a:lnTo>
                <a:lnTo>
                  <a:pt x="184200" y="81229"/>
                </a:lnTo>
                <a:lnTo>
                  <a:pt x="180721" y="75107"/>
                </a:lnTo>
                <a:lnTo>
                  <a:pt x="180721" y="101815"/>
                </a:lnTo>
                <a:lnTo>
                  <a:pt x="178917" y="112356"/>
                </a:lnTo>
                <a:lnTo>
                  <a:pt x="156349" y="145961"/>
                </a:lnTo>
                <a:lnTo>
                  <a:pt x="143319" y="154025"/>
                </a:lnTo>
                <a:lnTo>
                  <a:pt x="142849" y="154025"/>
                </a:lnTo>
                <a:lnTo>
                  <a:pt x="141516" y="152450"/>
                </a:lnTo>
                <a:lnTo>
                  <a:pt x="140716" y="151993"/>
                </a:lnTo>
                <a:lnTo>
                  <a:pt x="141109" y="151993"/>
                </a:lnTo>
                <a:lnTo>
                  <a:pt x="138404" y="151599"/>
                </a:lnTo>
                <a:lnTo>
                  <a:pt x="137934" y="151993"/>
                </a:lnTo>
                <a:lnTo>
                  <a:pt x="136969" y="156298"/>
                </a:lnTo>
                <a:lnTo>
                  <a:pt x="136563" y="156730"/>
                </a:lnTo>
                <a:lnTo>
                  <a:pt x="135890" y="156908"/>
                </a:lnTo>
                <a:lnTo>
                  <a:pt x="127025" y="158775"/>
                </a:lnTo>
                <a:lnTo>
                  <a:pt x="116865" y="159613"/>
                </a:lnTo>
                <a:lnTo>
                  <a:pt x="108877" y="158775"/>
                </a:lnTo>
                <a:lnTo>
                  <a:pt x="107505" y="158775"/>
                </a:lnTo>
                <a:lnTo>
                  <a:pt x="99618" y="154965"/>
                </a:lnTo>
                <a:lnTo>
                  <a:pt x="98793" y="154292"/>
                </a:lnTo>
                <a:lnTo>
                  <a:pt x="98526" y="153670"/>
                </a:lnTo>
                <a:lnTo>
                  <a:pt x="98463" y="151993"/>
                </a:lnTo>
                <a:lnTo>
                  <a:pt x="98399" y="151599"/>
                </a:lnTo>
                <a:lnTo>
                  <a:pt x="98234" y="151130"/>
                </a:lnTo>
                <a:lnTo>
                  <a:pt x="97739" y="150533"/>
                </a:lnTo>
                <a:lnTo>
                  <a:pt x="97256" y="149898"/>
                </a:lnTo>
                <a:lnTo>
                  <a:pt x="96824" y="149733"/>
                </a:lnTo>
                <a:lnTo>
                  <a:pt x="96266" y="149733"/>
                </a:lnTo>
                <a:lnTo>
                  <a:pt x="92570" y="150520"/>
                </a:lnTo>
                <a:lnTo>
                  <a:pt x="91795" y="150304"/>
                </a:lnTo>
                <a:lnTo>
                  <a:pt x="91135" y="149733"/>
                </a:lnTo>
                <a:lnTo>
                  <a:pt x="80162" y="138480"/>
                </a:lnTo>
                <a:lnTo>
                  <a:pt x="72123" y="125628"/>
                </a:lnTo>
                <a:lnTo>
                  <a:pt x="68694" y="111518"/>
                </a:lnTo>
                <a:lnTo>
                  <a:pt x="71577" y="96520"/>
                </a:lnTo>
                <a:lnTo>
                  <a:pt x="104000" y="63182"/>
                </a:lnTo>
                <a:lnTo>
                  <a:pt x="133731" y="55067"/>
                </a:lnTo>
                <a:lnTo>
                  <a:pt x="148539" y="56108"/>
                </a:lnTo>
                <a:lnTo>
                  <a:pt x="177622" y="80797"/>
                </a:lnTo>
                <a:lnTo>
                  <a:pt x="180721" y="101815"/>
                </a:lnTo>
                <a:lnTo>
                  <a:pt x="180721" y="75107"/>
                </a:lnTo>
                <a:lnTo>
                  <a:pt x="174409" y="63982"/>
                </a:lnTo>
                <a:lnTo>
                  <a:pt x="162102" y="55067"/>
                </a:lnTo>
                <a:lnTo>
                  <a:pt x="159664" y="53314"/>
                </a:lnTo>
                <a:lnTo>
                  <a:pt x="141554" y="48907"/>
                </a:lnTo>
                <a:lnTo>
                  <a:pt x="121653" y="50457"/>
                </a:lnTo>
                <a:lnTo>
                  <a:pt x="82194" y="70815"/>
                </a:lnTo>
                <a:lnTo>
                  <a:pt x="63741" y="101409"/>
                </a:lnTo>
                <a:lnTo>
                  <a:pt x="64122" y="120459"/>
                </a:lnTo>
                <a:lnTo>
                  <a:pt x="72224" y="138163"/>
                </a:lnTo>
                <a:lnTo>
                  <a:pt x="86741" y="153530"/>
                </a:lnTo>
                <a:lnTo>
                  <a:pt x="87350" y="154025"/>
                </a:lnTo>
                <a:lnTo>
                  <a:pt x="87325" y="154508"/>
                </a:lnTo>
                <a:lnTo>
                  <a:pt x="38976" y="198907"/>
                </a:lnTo>
                <a:lnTo>
                  <a:pt x="12382" y="256984"/>
                </a:lnTo>
                <a:lnTo>
                  <a:pt x="9829" y="291287"/>
                </a:lnTo>
                <a:lnTo>
                  <a:pt x="14287" y="324777"/>
                </a:lnTo>
                <a:lnTo>
                  <a:pt x="14389" y="325501"/>
                </a:lnTo>
                <a:lnTo>
                  <a:pt x="26568" y="357466"/>
                </a:lnTo>
                <a:lnTo>
                  <a:pt x="46888" y="385038"/>
                </a:lnTo>
                <a:lnTo>
                  <a:pt x="49263" y="387438"/>
                </a:lnTo>
                <a:lnTo>
                  <a:pt x="51498" y="387438"/>
                </a:lnTo>
                <a:lnTo>
                  <a:pt x="98437" y="345224"/>
                </a:lnTo>
                <a:lnTo>
                  <a:pt x="140995" y="303618"/>
                </a:lnTo>
                <a:lnTo>
                  <a:pt x="166611" y="272999"/>
                </a:lnTo>
                <a:lnTo>
                  <a:pt x="170180" y="265239"/>
                </a:lnTo>
                <a:lnTo>
                  <a:pt x="168922" y="261200"/>
                </a:lnTo>
                <a:lnTo>
                  <a:pt x="164401" y="245922"/>
                </a:lnTo>
                <a:lnTo>
                  <a:pt x="164401" y="266534"/>
                </a:lnTo>
                <a:lnTo>
                  <a:pt x="161925" y="269494"/>
                </a:lnTo>
                <a:lnTo>
                  <a:pt x="159740" y="272351"/>
                </a:lnTo>
                <a:lnTo>
                  <a:pt x="135394" y="300824"/>
                </a:lnTo>
                <a:lnTo>
                  <a:pt x="108546" y="327634"/>
                </a:lnTo>
                <a:lnTo>
                  <a:pt x="80340" y="353428"/>
                </a:lnTo>
                <a:lnTo>
                  <a:pt x="50939" y="379666"/>
                </a:lnTo>
                <a:lnTo>
                  <a:pt x="50088" y="379666"/>
                </a:lnTo>
                <a:lnTo>
                  <a:pt x="23482" y="334911"/>
                </a:lnTo>
                <a:lnTo>
                  <a:pt x="15938" y="283667"/>
                </a:lnTo>
                <a:lnTo>
                  <a:pt x="17970" y="261200"/>
                </a:lnTo>
                <a:lnTo>
                  <a:pt x="18072" y="260070"/>
                </a:lnTo>
                <a:lnTo>
                  <a:pt x="24117" y="238061"/>
                </a:lnTo>
                <a:lnTo>
                  <a:pt x="24180" y="237794"/>
                </a:lnTo>
                <a:lnTo>
                  <a:pt x="34277" y="216839"/>
                </a:lnTo>
                <a:lnTo>
                  <a:pt x="57912" y="186753"/>
                </a:lnTo>
                <a:lnTo>
                  <a:pt x="91859" y="158991"/>
                </a:lnTo>
                <a:lnTo>
                  <a:pt x="92202" y="158775"/>
                </a:lnTo>
                <a:lnTo>
                  <a:pt x="93116" y="158775"/>
                </a:lnTo>
                <a:lnTo>
                  <a:pt x="93472" y="158991"/>
                </a:lnTo>
                <a:lnTo>
                  <a:pt x="103759" y="163550"/>
                </a:lnTo>
                <a:lnTo>
                  <a:pt x="114579" y="165379"/>
                </a:lnTo>
                <a:lnTo>
                  <a:pt x="125603" y="164960"/>
                </a:lnTo>
                <a:lnTo>
                  <a:pt x="136271" y="162814"/>
                </a:lnTo>
                <a:lnTo>
                  <a:pt x="137058" y="162610"/>
                </a:lnTo>
                <a:lnTo>
                  <a:pt x="137388" y="162814"/>
                </a:lnTo>
                <a:lnTo>
                  <a:pt x="149225" y="213868"/>
                </a:lnTo>
                <a:lnTo>
                  <a:pt x="163106" y="262610"/>
                </a:lnTo>
                <a:lnTo>
                  <a:pt x="164401" y="266534"/>
                </a:lnTo>
                <a:lnTo>
                  <a:pt x="164401" y="245922"/>
                </a:lnTo>
                <a:lnTo>
                  <a:pt x="161848" y="237286"/>
                </a:lnTo>
                <a:lnTo>
                  <a:pt x="155346" y="212674"/>
                </a:lnTo>
                <a:lnTo>
                  <a:pt x="149453" y="187350"/>
                </a:lnTo>
                <a:lnTo>
                  <a:pt x="144589" y="163550"/>
                </a:lnTo>
                <a:lnTo>
                  <a:pt x="144551" y="163372"/>
                </a:lnTo>
                <a:lnTo>
                  <a:pt x="144437" y="162814"/>
                </a:lnTo>
                <a:lnTo>
                  <a:pt x="144399" y="162610"/>
                </a:lnTo>
                <a:lnTo>
                  <a:pt x="144132" y="161328"/>
                </a:lnTo>
                <a:lnTo>
                  <a:pt x="144246" y="160185"/>
                </a:lnTo>
                <a:lnTo>
                  <a:pt x="144856" y="159918"/>
                </a:lnTo>
                <a:lnTo>
                  <a:pt x="145313" y="159613"/>
                </a:lnTo>
                <a:lnTo>
                  <a:pt x="153746" y="154025"/>
                </a:lnTo>
                <a:lnTo>
                  <a:pt x="164896" y="146621"/>
                </a:lnTo>
                <a:lnTo>
                  <a:pt x="179539" y="127774"/>
                </a:lnTo>
                <a:lnTo>
                  <a:pt x="186690" y="105321"/>
                </a:lnTo>
                <a:close/>
              </a:path>
              <a:path w="306070" h="474344">
                <a:moveTo>
                  <a:pt x="190715" y="16040"/>
                </a:moveTo>
                <a:lnTo>
                  <a:pt x="190106" y="14719"/>
                </a:lnTo>
                <a:lnTo>
                  <a:pt x="187706" y="13817"/>
                </a:lnTo>
                <a:lnTo>
                  <a:pt x="185788" y="13106"/>
                </a:lnTo>
                <a:lnTo>
                  <a:pt x="184467" y="13703"/>
                </a:lnTo>
                <a:lnTo>
                  <a:pt x="175539" y="37477"/>
                </a:lnTo>
                <a:lnTo>
                  <a:pt x="176136" y="38798"/>
                </a:lnTo>
                <a:lnTo>
                  <a:pt x="180454" y="40411"/>
                </a:lnTo>
                <a:lnTo>
                  <a:pt x="181775" y="39814"/>
                </a:lnTo>
                <a:lnTo>
                  <a:pt x="190715" y="16040"/>
                </a:lnTo>
                <a:close/>
              </a:path>
              <a:path w="306070" h="474344">
                <a:moveTo>
                  <a:pt x="193205" y="467448"/>
                </a:moveTo>
                <a:lnTo>
                  <a:pt x="192506" y="451523"/>
                </a:lnTo>
                <a:lnTo>
                  <a:pt x="191782" y="450862"/>
                </a:lnTo>
                <a:lnTo>
                  <a:pt x="187401" y="451053"/>
                </a:lnTo>
                <a:lnTo>
                  <a:pt x="186004" y="451116"/>
                </a:lnTo>
                <a:lnTo>
                  <a:pt x="185331" y="451840"/>
                </a:lnTo>
                <a:lnTo>
                  <a:pt x="186029" y="467766"/>
                </a:lnTo>
                <a:lnTo>
                  <a:pt x="186753" y="468426"/>
                </a:lnTo>
                <a:lnTo>
                  <a:pt x="192544" y="468172"/>
                </a:lnTo>
                <a:lnTo>
                  <a:pt x="193205" y="467448"/>
                </a:lnTo>
                <a:close/>
              </a:path>
              <a:path w="306070" h="474344">
                <a:moveTo>
                  <a:pt x="232956" y="54864"/>
                </a:moveTo>
                <a:lnTo>
                  <a:pt x="232765" y="54076"/>
                </a:lnTo>
                <a:lnTo>
                  <a:pt x="231470" y="52298"/>
                </a:lnTo>
                <a:lnTo>
                  <a:pt x="230771" y="51879"/>
                </a:lnTo>
                <a:lnTo>
                  <a:pt x="229031" y="51612"/>
                </a:lnTo>
                <a:lnTo>
                  <a:pt x="228244" y="51803"/>
                </a:lnTo>
                <a:lnTo>
                  <a:pt x="216090" y="60706"/>
                </a:lnTo>
                <a:lnTo>
                  <a:pt x="215379" y="61214"/>
                </a:lnTo>
                <a:lnTo>
                  <a:pt x="214960" y="61912"/>
                </a:lnTo>
                <a:lnTo>
                  <a:pt x="214680" y="63652"/>
                </a:lnTo>
                <a:lnTo>
                  <a:pt x="214884" y="64439"/>
                </a:lnTo>
                <a:lnTo>
                  <a:pt x="216179" y="66217"/>
                </a:lnTo>
                <a:lnTo>
                  <a:pt x="216877" y="66649"/>
                </a:lnTo>
                <a:lnTo>
                  <a:pt x="218605" y="66916"/>
                </a:lnTo>
                <a:lnTo>
                  <a:pt x="219405" y="66713"/>
                </a:lnTo>
                <a:lnTo>
                  <a:pt x="232270" y="57302"/>
                </a:lnTo>
                <a:lnTo>
                  <a:pt x="232689" y="56603"/>
                </a:lnTo>
                <a:lnTo>
                  <a:pt x="232956" y="54864"/>
                </a:lnTo>
                <a:close/>
              </a:path>
              <a:path w="306070" h="474344">
                <a:moveTo>
                  <a:pt x="258102" y="107962"/>
                </a:moveTo>
                <a:lnTo>
                  <a:pt x="257759" y="103187"/>
                </a:lnTo>
                <a:lnTo>
                  <a:pt x="257009" y="102539"/>
                </a:lnTo>
                <a:lnTo>
                  <a:pt x="229209" y="104533"/>
                </a:lnTo>
                <a:lnTo>
                  <a:pt x="227812" y="104635"/>
                </a:lnTo>
                <a:lnTo>
                  <a:pt x="227177" y="105384"/>
                </a:lnTo>
                <a:lnTo>
                  <a:pt x="227520" y="110159"/>
                </a:lnTo>
                <a:lnTo>
                  <a:pt x="228257" y="110807"/>
                </a:lnTo>
                <a:lnTo>
                  <a:pt x="257454" y="108712"/>
                </a:lnTo>
                <a:lnTo>
                  <a:pt x="258102" y="107962"/>
                </a:lnTo>
                <a:close/>
              </a:path>
              <a:path w="306070" h="474344">
                <a:moveTo>
                  <a:pt x="259092" y="457581"/>
                </a:moveTo>
                <a:lnTo>
                  <a:pt x="254800" y="444093"/>
                </a:lnTo>
                <a:lnTo>
                  <a:pt x="254330" y="442620"/>
                </a:lnTo>
                <a:lnTo>
                  <a:pt x="253352" y="442087"/>
                </a:lnTo>
                <a:lnTo>
                  <a:pt x="248500" y="443407"/>
                </a:lnTo>
                <a:lnTo>
                  <a:pt x="247929" y="444360"/>
                </a:lnTo>
                <a:lnTo>
                  <a:pt x="251320" y="459651"/>
                </a:lnTo>
                <a:lnTo>
                  <a:pt x="252310" y="460248"/>
                </a:lnTo>
                <a:lnTo>
                  <a:pt x="258533" y="458597"/>
                </a:lnTo>
                <a:lnTo>
                  <a:pt x="259092" y="457581"/>
                </a:lnTo>
                <a:close/>
              </a:path>
              <a:path w="306070" h="474344">
                <a:moveTo>
                  <a:pt x="306070" y="296125"/>
                </a:moveTo>
                <a:lnTo>
                  <a:pt x="301853" y="247205"/>
                </a:lnTo>
                <a:lnTo>
                  <a:pt x="277596" y="209156"/>
                </a:lnTo>
                <a:lnTo>
                  <a:pt x="230924" y="174396"/>
                </a:lnTo>
                <a:lnTo>
                  <a:pt x="177266" y="154152"/>
                </a:lnTo>
                <a:lnTo>
                  <a:pt x="167309" y="152819"/>
                </a:lnTo>
                <a:lnTo>
                  <a:pt x="161340" y="153098"/>
                </a:lnTo>
                <a:lnTo>
                  <a:pt x="160591" y="153466"/>
                </a:lnTo>
                <a:lnTo>
                  <a:pt x="159423" y="154863"/>
                </a:lnTo>
                <a:lnTo>
                  <a:pt x="159181" y="155676"/>
                </a:lnTo>
                <a:lnTo>
                  <a:pt x="162941" y="184912"/>
                </a:lnTo>
                <a:lnTo>
                  <a:pt x="166839" y="213652"/>
                </a:lnTo>
                <a:lnTo>
                  <a:pt x="170992" y="242824"/>
                </a:lnTo>
                <a:lnTo>
                  <a:pt x="175920" y="275831"/>
                </a:lnTo>
                <a:lnTo>
                  <a:pt x="176314" y="279400"/>
                </a:lnTo>
                <a:lnTo>
                  <a:pt x="176580" y="283146"/>
                </a:lnTo>
                <a:lnTo>
                  <a:pt x="176631" y="283667"/>
                </a:lnTo>
                <a:lnTo>
                  <a:pt x="176466" y="284124"/>
                </a:lnTo>
                <a:lnTo>
                  <a:pt x="137147" y="327634"/>
                </a:lnTo>
                <a:lnTo>
                  <a:pt x="96342" y="368300"/>
                </a:lnTo>
                <a:lnTo>
                  <a:pt x="61518" y="397802"/>
                </a:lnTo>
                <a:lnTo>
                  <a:pt x="61468" y="398272"/>
                </a:lnTo>
                <a:lnTo>
                  <a:pt x="107543" y="428510"/>
                </a:lnTo>
                <a:lnTo>
                  <a:pt x="162090" y="436105"/>
                </a:lnTo>
                <a:lnTo>
                  <a:pt x="199923" y="431609"/>
                </a:lnTo>
                <a:lnTo>
                  <a:pt x="266611" y="398614"/>
                </a:lnTo>
                <a:lnTo>
                  <a:pt x="298704" y="346202"/>
                </a:lnTo>
                <a:lnTo>
                  <a:pt x="303999" y="321487"/>
                </a:lnTo>
                <a:lnTo>
                  <a:pt x="306070" y="296125"/>
                </a:lnTo>
                <a:close/>
              </a:path>
            </a:pathLst>
          </a:custGeom>
          <a:solidFill>
            <a:srgbClr val="665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34133" y="2988183"/>
            <a:ext cx="317498" cy="484708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9007119" y="3057905"/>
            <a:ext cx="337185" cy="406400"/>
          </a:xfrm>
          <a:custGeom>
            <a:avLst/>
            <a:gdLst/>
            <a:ahLst/>
            <a:cxnLst/>
            <a:rect l="l" t="t" r="r" b="b"/>
            <a:pathLst>
              <a:path w="337184" h="406400">
                <a:moveTo>
                  <a:pt x="57873" y="405358"/>
                </a:moveTo>
                <a:lnTo>
                  <a:pt x="57378" y="386537"/>
                </a:lnTo>
                <a:lnTo>
                  <a:pt x="56794" y="385978"/>
                </a:lnTo>
                <a:lnTo>
                  <a:pt x="51739" y="386105"/>
                </a:lnTo>
                <a:lnTo>
                  <a:pt x="50596" y="386143"/>
                </a:lnTo>
                <a:lnTo>
                  <a:pt x="50050" y="386727"/>
                </a:lnTo>
                <a:lnTo>
                  <a:pt x="50546" y="405549"/>
                </a:lnTo>
                <a:lnTo>
                  <a:pt x="51130" y="406095"/>
                </a:lnTo>
                <a:lnTo>
                  <a:pt x="57327" y="405942"/>
                </a:lnTo>
                <a:lnTo>
                  <a:pt x="57873" y="405358"/>
                </a:lnTo>
                <a:close/>
              </a:path>
              <a:path w="337184" h="406400">
                <a:moveTo>
                  <a:pt x="127685" y="401980"/>
                </a:moveTo>
                <a:lnTo>
                  <a:pt x="124828" y="388861"/>
                </a:lnTo>
                <a:lnTo>
                  <a:pt x="124333" y="387985"/>
                </a:lnTo>
                <a:lnTo>
                  <a:pt x="122847" y="386689"/>
                </a:lnTo>
                <a:lnTo>
                  <a:pt x="122072" y="386448"/>
                </a:lnTo>
                <a:lnTo>
                  <a:pt x="118986" y="387121"/>
                </a:lnTo>
                <a:lnTo>
                  <a:pt x="118389" y="387667"/>
                </a:lnTo>
                <a:lnTo>
                  <a:pt x="117589" y="389458"/>
                </a:lnTo>
                <a:lnTo>
                  <a:pt x="117513" y="390461"/>
                </a:lnTo>
                <a:lnTo>
                  <a:pt x="120370" y="403567"/>
                </a:lnTo>
                <a:lnTo>
                  <a:pt x="120904" y="403923"/>
                </a:lnTo>
                <a:lnTo>
                  <a:pt x="121793" y="403720"/>
                </a:lnTo>
                <a:lnTo>
                  <a:pt x="127342" y="402513"/>
                </a:lnTo>
                <a:lnTo>
                  <a:pt x="127685" y="401980"/>
                </a:lnTo>
                <a:close/>
              </a:path>
              <a:path w="337184" h="406400">
                <a:moveTo>
                  <a:pt x="184289" y="398995"/>
                </a:moveTo>
                <a:lnTo>
                  <a:pt x="184175" y="386168"/>
                </a:lnTo>
                <a:lnTo>
                  <a:pt x="184150" y="385140"/>
                </a:lnTo>
                <a:lnTo>
                  <a:pt x="183642" y="384530"/>
                </a:lnTo>
                <a:lnTo>
                  <a:pt x="177800" y="383451"/>
                </a:lnTo>
                <a:lnTo>
                  <a:pt x="177076" y="384035"/>
                </a:lnTo>
                <a:lnTo>
                  <a:pt x="176491" y="399224"/>
                </a:lnTo>
                <a:lnTo>
                  <a:pt x="177139" y="399872"/>
                </a:lnTo>
                <a:lnTo>
                  <a:pt x="183692" y="399618"/>
                </a:lnTo>
                <a:lnTo>
                  <a:pt x="184289" y="398995"/>
                </a:lnTo>
                <a:close/>
              </a:path>
              <a:path w="337184" h="406400">
                <a:moveTo>
                  <a:pt x="251828" y="403390"/>
                </a:moveTo>
                <a:lnTo>
                  <a:pt x="248158" y="387527"/>
                </a:lnTo>
                <a:lnTo>
                  <a:pt x="247421" y="387057"/>
                </a:lnTo>
                <a:lnTo>
                  <a:pt x="242684" y="388150"/>
                </a:lnTo>
                <a:lnTo>
                  <a:pt x="241477" y="388429"/>
                </a:lnTo>
                <a:lnTo>
                  <a:pt x="241020" y="389166"/>
                </a:lnTo>
                <a:lnTo>
                  <a:pt x="244678" y="405041"/>
                </a:lnTo>
                <a:lnTo>
                  <a:pt x="245427" y="405498"/>
                </a:lnTo>
                <a:lnTo>
                  <a:pt x="251358" y="404126"/>
                </a:lnTo>
                <a:lnTo>
                  <a:pt x="251828" y="403390"/>
                </a:lnTo>
                <a:close/>
              </a:path>
              <a:path w="337184" h="406400">
                <a:moveTo>
                  <a:pt x="297472" y="38938"/>
                </a:moveTo>
                <a:lnTo>
                  <a:pt x="297053" y="37757"/>
                </a:lnTo>
                <a:lnTo>
                  <a:pt x="296430" y="37274"/>
                </a:lnTo>
                <a:lnTo>
                  <a:pt x="290182" y="36753"/>
                </a:lnTo>
                <a:lnTo>
                  <a:pt x="284810" y="36715"/>
                </a:lnTo>
                <a:lnTo>
                  <a:pt x="279374" y="37096"/>
                </a:lnTo>
                <a:lnTo>
                  <a:pt x="230924" y="39814"/>
                </a:lnTo>
                <a:lnTo>
                  <a:pt x="181330" y="41300"/>
                </a:lnTo>
                <a:lnTo>
                  <a:pt x="131203" y="41694"/>
                </a:lnTo>
                <a:lnTo>
                  <a:pt x="81191" y="41122"/>
                </a:lnTo>
                <a:lnTo>
                  <a:pt x="31915" y="39712"/>
                </a:lnTo>
                <a:lnTo>
                  <a:pt x="30645" y="39662"/>
                </a:lnTo>
                <a:lnTo>
                  <a:pt x="30010" y="40271"/>
                </a:lnTo>
                <a:lnTo>
                  <a:pt x="30010" y="41529"/>
                </a:lnTo>
                <a:lnTo>
                  <a:pt x="29984" y="42024"/>
                </a:lnTo>
                <a:lnTo>
                  <a:pt x="29972" y="43472"/>
                </a:lnTo>
                <a:lnTo>
                  <a:pt x="30683" y="44221"/>
                </a:lnTo>
                <a:lnTo>
                  <a:pt x="84455" y="45720"/>
                </a:lnTo>
                <a:lnTo>
                  <a:pt x="135534" y="46228"/>
                </a:lnTo>
                <a:lnTo>
                  <a:pt x="185381" y="45796"/>
                </a:lnTo>
                <a:lnTo>
                  <a:pt x="233972" y="44424"/>
                </a:lnTo>
                <a:lnTo>
                  <a:pt x="249186" y="43586"/>
                </a:lnTo>
                <a:lnTo>
                  <a:pt x="264414" y="42532"/>
                </a:lnTo>
                <a:lnTo>
                  <a:pt x="279654" y="41643"/>
                </a:lnTo>
                <a:lnTo>
                  <a:pt x="294855" y="41287"/>
                </a:lnTo>
                <a:lnTo>
                  <a:pt x="296113" y="41287"/>
                </a:lnTo>
                <a:lnTo>
                  <a:pt x="296951" y="40703"/>
                </a:lnTo>
                <a:lnTo>
                  <a:pt x="297472" y="39230"/>
                </a:lnTo>
                <a:lnTo>
                  <a:pt x="297472" y="38938"/>
                </a:lnTo>
                <a:close/>
              </a:path>
              <a:path w="337184" h="406400">
                <a:moveTo>
                  <a:pt x="302145" y="102933"/>
                </a:moveTo>
                <a:lnTo>
                  <a:pt x="301853" y="102616"/>
                </a:lnTo>
                <a:lnTo>
                  <a:pt x="249516" y="104254"/>
                </a:lnTo>
                <a:lnTo>
                  <a:pt x="198780" y="105651"/>
                </a:lnTo>
                <a:lnTo>
                  <a:pt x="148996" y="106794"/>
                </a:lnTo>
                <a:lnTo>
                  <a:pt x="100139" y="107721"/>
                </a:lnTo>
                <a:lnTo>
                  <a:pt x="83223" y="107848"/>
                </a:lnTo>
                <a:lnTo>
                  <a:pt x="64922" y="107734"/>
                </a:lnTo>
                <a:lnTo>
                  <a:pt x="45224" y="107353"/>
                </a:lnTo>
                <a:lnTo>
                  <a:pt x="24117" y="106718"/>
                </a:lnTo>
                <a:lnTo>
                  <a:pt x="23431" y="106692"/>
                </a:lnTo>
                <a:lnTo>
                  <a:pt x="23075" y="107022"/>
                </a:lnTo>
                <a:lnTo>
                  <a:pt x="73113" y="110807"/>
                </a:lnTo>
                <a:lnTo>
                  <a:pt x="89128" y="110718"/>
                </a:lnTo>
                <a:lnTo>
                  <a:pt x="141846" y="109880"/>
                </a:lnTo>
                <a:lnTo>
                  <a:pt x="194678" y="108724"/>
                </a:lnTo>
                <a:lnTo>
                  <a:pt x="247650" y="107251"/>
                </a:lnTo>
                <a:lnTo>
                  <a:pt x="301536" y="105410"/>
                </a:lnTo>
                <a:lnTo>
                  <a:pt x="302107" y="103593"/>
                </a:lnTo>
                <a:lnTo>
                  <a:pt x="302145" y="102933"/>
                </a:lnTo>
                <a:close/>
              </a:path>
              <a:path w="337184" h="406400">
                <a:moveTo>
                  <a:pt x="337121" y="353060"/>
                </a:moveTo>
                <a:lnTo>
                  <a:pt x="335927" y="351790"/>
                </a:lnTo>
                <a:lnTo>
                  <a:pt x="282981" y="353060"/>
                </a:lnTo>
                <a:lnTo>
                  <a:pt x="282854" y="351790"/>
                </a:lnTo>
                <a:lnTo>
                  <a:pt x="284543" y="347980"/>
                </a:lnTo>
                <a:lnTo>
                  <a:pt x="285267" y="344170"/>
                </a:lnTo>
                <a:lnTo>
                  <a:pt x="285153" y="331470"/>
                </a:lnTo>
                <a:lnTo>
                  <a:pt x="285026" y="304800"/>
                </a:lnTo>
                <a:lnTo>
                  <a:pt x="285369" y="304800"/>
                </a:lnTo>
                <a:lnTo>
                  <a:pt x="288582" y="303530"/>
                </a:lnTo>
                <a:lnTo>
                  <a:pt x="291782" y="302260"/>
                </a:lnTo>
                <a:lnTo>
                  <a:pt x="297472" y="302260"/>
                </a:lnTo>
                <a:lnTo>
                  <a:pt x="298907" y="300990"/>
                </a:lnTo>
                <a:lnTo>
                  <a:pt x="301752" y="298450"/>
                </a:lnTo>
                <a:lnTo>
                  <a:pt x="301942" y="297180"/>
                </a:lnTo>
                <a:lnTo>
                  <a:pt x="302704" y="295910"/>
                </a:lnTo>
                <a:lnTo>
                  <a:pt x="302425" y="294640"/>
                </a:lnTo>
                <a:lnTo>
                  <a:pt x="300291" y="294640"/>
                </a:lnTo>
                <a:lnTo>
                  <a:pt x="297827" y="298450"/>
                </a:lnTo>
                <a:lnTo>
                  <a:pt x="293230" y="300990"/>
                </a:lnTo>
                <a:lnTo>
                  <a:pt x="285051" y="300990"/>
                </a:lnTo>
                <a:lnTo>
                  <a:pt x="285559" y="236220"/>
                </a:lnTo>
                <a:lnTo>
                  <a:pt x="285584" y="232410"/>
                </a:lnTo>
                <a:lnTo>
                  <a:pt x="285927" y="231140"/>
                </a:lnTo>
                <a:lnTo>
                  <a:pt x="286600" y="231140"/>
                </a:lnTo>
                <a:lnTo>
                  <a:pt x="304990" y="229870"/>
                </a:lnTo>
                <a:lnTo>
                  <a:pt x="305523" y="229870"/>
                </a:lnTo>
                <a:lnTo>
                  <a:pt x="305854" y="228600"/>
                </a:lnTo>
                <a:lnTo>
                  <a:pt x="305752" y="227330"/>
                </a:lnTo>
                <a:lnTo>
                  <a:pt x="305193" y="227330"/>
                </a:lnTo>
                <a:lnTo>
                  <a:pt x="286766" y="228600"/>
                </a:lnTo>
                <a:lnTo>
                  <a:pt x="285534" y="228600"/>
                </a:lnTo>
                <a:lnTo>
                  <a:pt x="285635" y="209550"/>
                </a:lnTo>
                <a:lnTo>
                  <a:pt x="285711" y="200660"/>
                </a:lnTo>
                <a:lnTo>
                  <a:pt x="285826" y="176530"/>
                </a:lnTo>
                <a:lnTo>
                  <a:pt x="278955" y="172720"/>
                </a:lnTo>
                <a:lnTo>
                  <a:pt x="276656" y="171450"/>
                </a:lnTo>
                <a:lnTo>
                  <a:pt x="274802" y="170180"/>
                </a:lnTo>
                <a:lnTo>
                  <a:pt x="291769" y="170180"/>
                </a:lnTo>
                <a:lnTo>
                  <a:pt x="301942" y="168910"/>
                </a:lnTo>
                <a:lnTo>
                  <a:pt x="304495" y="168910"/>
                </a:lnTo>
                <a:lnTo>
                  <a:pt x="307352" y="166370"/>
                </a:lnTo>
                <a:lnTo>
                  <a:pt x="307594" y="165100"/>
                </a:lnTo>
                <a:lnTo>
                  <a:pt x="307517" y="163830"/>
                </a:lnTo>
                <a:lnTo>
                  <a:pt x="307200" y="163830"/>
                </a:lnTo>
                <a:lnTo>
                  <a:pt x="305854" y="162560"/>
                </a:lnTo>
                <a:lnTo>
                  <a:pt x="303644" y="162560"/>
                </a:lnTo>
                <a:lnTo>
                  <a:pt x="303390" y="163830"/>
                </a:lnTo>
                <a:lnTo>
                  <a:pt x="303720" y="165100"/>
                </a:lnTo>
                <a:lnTo>
                  <a:pt x="303237" y="166370"/>
                </a:lnTo>
                <a:lnTo>
                  <a:pt x="292366" y="166370"/>
                </a:lnTo>
                <a:lnTo>
                  <a:pt x="283044" y="167640"/>
                </a:lnTo>
                <a:lnTo>
                  <a:pt x="265582" y="167640"/>
                </a:lnTo>
                <a:lnTo>
                  <a:pt x="254889" y="168910"/>
                </a:lnTo>
                <a:lnTo>
                  <a:pt x="244868" y="168910"/>
                </a:lnTo>
                <a:lnTo>
                  <a:pt x="244868" y="172720"/>
                </a:lnTo>
                <a:lnTo>
                  <a:pt x="240423" y="177787"/>
                </a:lnTo>
                <a:lnTo>
                  <a:pt x="240423" y="351790"/>
                </a:lnTo>
                <a:lnTo>
                  <a:pt x="240233" y="353060"/>
                </a:lnTo>
                <a:lnTo>
                  <a:pt x="239509" y="353060"/>
                </a:lnTo>
                <a:lnTo>
                  <a:pt x="217716" y="351790"/>
                </a:lnTo>
                <a:lnTo>
                  <a:pt x="219354" y="347980"/>
                </a:lnTo>
                <a:lnTo>
                  <a:pt x="220141" y="342900"/>
                </a:lnTo>
                <a:lnTo>
                  <a:pt x="220192" y="303530"/>
                </a:lnTo>
                <a:lnTo>
                  <a:pt x="238417" y="303530"/>
                </a:lnTo>
                <a:lnTo>
                  <a:pt x="238404" y="304800"/>
                </a:lnTo>
                <a:lnTo>
                  <a:pt x="238290" y="312420"/>
                </a:lnTo>
                <a:lnTo>
                  <a:pt x="238175" y="322580"/>
                </a:lnTo>
                <a:lnTo>
                  <a:pt x="238048" y="344170"/>
                </a:lnTo>
                <a:lnTo>
                  <a:pt x="238480" y="347980"/>
                </a:lnTo>
                <a:lnTo>
                  <a:pt x="240106" y="351790"/>
                </a:lnTo>
                <a:lnTo>
                  <a:pt x="240423" y="351790"/>
                </a:lnTo>
                <a:lnTo>
                  <a:pt x="240423" y="177787"/>
                </a:lnTo>
                <a:lnTo>
                  <a:pt x="238175" y="180340"/>
                </a:lnTo>
                <a:lnTo>
                  <a:pt x="238925" y="185420"/>
                </a:lnTo>
                <a:lnTo>
                  <a:pt x="238899" y="231140"/>
                </a:lnTo>
                <a:lnTo>
                  <a:pt x="238836" y="234950"/>
                </a:lnTo>
                <a:lnTo>
                  <a:pt x="238531" y="294640"/>
                </a:lnTo>
                <a:lnTo>
                  <a:pt x="238493" y="300990"/>
                </a:lnTo>
                <a:lnTo>
                  <a:pt x="220306" y="300990"/>
                </a:lnTo>
                <a:lnTo>
                  <a:pt x="220319" y="297180"/>
                </a:lnTo>
                <a:lnTo>
                  <a:pt x="220637" y="236220"/>
                </a:lnTo>
                <a:lnTo>
                  <a:pt x="220649" y="234950"/>
                </a:lnTo>
                <a:lnTo>
                  <a:pt x="220649" y="233680"/>
                </a:lnTo>
                <a:lnTo>
                  <a:pt x="238467" y="233680"/>
                </a:lnTo>
                <a:lnTo>
                  <a:pt x="238836" y="234950"/>
                </a:lnTo>
                <a:lnTo>
                  <a:pt x="238836" y="231140"/>
                </a:lnTo>
                <a:lnTo>
                  <a:pt x="220776" y="231140"/>
                </a:lnTo>
                <a:lnTo>
                  <a:pt x="220891" y="209550"/>
                </a:lnTo>
                <a:lnTo>
                  <a:pt x="221005" y="185420"/>
                </a:lnTo>
                <a:lnTo>
                  <a:pt x="221068" y="172720"/>
                </a:lnTo>
                <a:lnTo>
                  <a:pt x="244868" y="172720"/>
                </a:lnTo>
                <a:lnTo>
                  <a:pt x="244868" y="168910"/>
                </a:lnTo>
                <a:lnTo>
                  <a:pt x="244043" y="168910"/>
                </a:lnTo>
                <a:lnTo>
                  <a:pt x="233146" y="170180"/>
                </a:lnTo>
                <a:lnTo>
                  <a:pt x="221145" y="170180"/>
                </a:lnTo>
                <a:lnTo>
                  <a:pt x="221234" y="157480"/>
                </a:lnTo>
                <a:lnTo>
                  <a:pt x="221284" y="154940"/>
                </a:lnTo>
                <a:lnTo>
                  <a:pt x="221576" y="148590"/>
                </a:lnTo>
                <a:lnTo>
                  <a:pt x="221691" y="146050"/>
                </a:lnTo>
                <a:lnTo>
                  <a:pt x="221805" y="143510"/>
                </a:lnTo>
                <a:lnTo>
                  <a:pt x="221183" y="140970"/>
                </a:lnTo>
                <a:lnTo>
                  <a:pt x="219837" y="139700"/>
                </a:lnTo>
                <a:lnTo>
                  <a:pt x="214198" y="133350"/>
                </a:lnTo>
                <a:lnTo>
                  <a:pt x="207149" y="129540"/>
                </a:lnTo>
                <a:lnTo>
                  <a:pt x="199275" y="128270"/>
                </a:lnTo>
                <a:lnTo>
                  <a:pt x="191173" y="129540"/>
                </a:lnTo>
                <a:lnTo>
                  <a:pt x="174155" y="152400"/>
                </a:lnTo>
                <a:lnTo>
                  <a:pt x="174218" y="170180"/>
                </a:lnTo>
                <a:lnTo>
                  <a:pt x="174078" y="170180"/>
                </a:lnTo>
                <a:lnTo>
                  <a:pt x="174078" y="351790"/>
                </a:lnTo>
                <a:lnTo>
                  <a:pt x="173951" y="353060"/>
                </a:lnTo>
                <a:lnTo>
                  <a:pt x="149593" y="353060"/>
                </a:lnTo>
                <a:lnTo>
                  <a:pt x="149453" y="351790"/>
                </a:lnTo>
                <a:lnTo>
                  <a:pt x="149656" y="351790"/>
                </a:lnTo>
                <a:lnTo>
                  <a:pt x="151447" y="347980"/>
                </a:lnTo>
                <a:lnTo>
                  <a:pt x="152311" y="344170"/>
                </a:lnTo>
                <a:lnTo>
                  <a:pt x="152298" y="299720"/>
                </a:lnTo>
                <a:lnTo>
                  <a:pt x="152692" y="298450"/>
                </a:lnTo>
                <a:lnTo>
                  <a:pt x="153492" y="298450"/>
                </a:lnTo>
                <a:lnTo>
                  <a:pt x="172796" y="299720"/>
                </a:lnTo>
                <a:lnTo>
                  <a:pt x="173240" y="299720"/>
                </a:lnTo>
                <a:lnTo>
                  <a:pt x="173139" y="309880"/>
                </a:lnTo>
                <a:lnTo>
                  <a:pt x="173050" y="345440"/>
                </a:lnTo>
                <a:lnTo>
                  <a:pt x="173304" y="347980"/>
                </a:lnTo>
                <a:lnTo>
                  <a:pt x="174078" y="351790"/>
                </a:lnTo>
                <a:lnTo>
                  <a:pt x="174078" y="170180"/>
                </a:lnTo>
                <a:lnTo>
                  <a:pt x="174040" y="173990"/>
                </a:lnTo>
                <a:lnTo>
                  <a:pt x="174028" y="175260"/>
                </a:lnTo>
                <a:lnTo>
                  <a:pt x="173913" y="187960"/>
                </a:lnTo>
                <a:lnTo>
                  <a:pt x="173786" y="200660"/>
                </a:lnTo>
                <a:lnTo>
                  <a:pt x="173710" y="209550"/>
                </a:lnTo>
                <a:lnTo>
                  <a:pt x="173609" y="219710"/>
                </a:lnTo>
                <a:lnTo>
                  <a:pt x="173583" y="222250"/>
                </a:lnTo>
                <a:lnTo>
                  <a:pt x="173583" y="234950"/>
                </a:lnTo>
                <a:lnTo>
                  <a:pt x="173278" y="294640"/>
                </a:lnTo>
                <a:lnTo>
                  <a:pt x="173266" y="295910"/>
                </a:lnTo>
                <a:lnTo>
                  <a:pt x="173088" y="297180"/>
                </a:lnTo>
                <a:lnTo>
                  <a:pt x="152349" y="295910"/>
                </a:lnTo>
                <a:lnTo>
                  <a:pt x="152666" y="236220"/>
                </a:lnTo>
                <a:lnTo>
                  <a:pt x="152666" y="234950"/>
                </a:lnTo>
                <a:lnTo>
                  <a:pt x="173583" y="234950"/>
                </a:lnTo>
                <a:lnTo>
                  <a:pt x="173583" y="222250"/>
                </a:lnTo>
                <a:lnTo>
                  <a:pt x="173482" y="232410"/>
                </a:lnTo>
                <a:lnTo>
                  <a:pt x="152679" y="232410"/>
                </a:lnTo>
                <a:lnTo>
                  <a:pt x="152806" y="209550"/>
                </a:lnTo>
                <a:lnTo>
                  <a:pt x="152844" y="180340"/>
                </a:lnTo>
                <a:lnTo>
                  <a:pt x="151130" y="177800"/>
                </a:lnTo>
                <a:lnTo>
                  <a:pt x="147713" y="173990"/>
                </a:lnTo>
                <a:lnTo>
                  <a:pt x="147802" y="172720"/>
                </a:lnTo>
                <a:lnTo>
                  <a:pt x="173697" y="172720"/>
                </a:lnTo>
                <a:lnTo>
                  <a:pt x="174040" y="173990"/>
                </a:lnTo>
                <a:lnTo>
                  <a:pt x="174040" y="170180"/>
                </a:lnTo>
                <a:lnTo>
                  <a:pt x="142481" y="170180"/>
                </a:lnTo>
                <a:lnTo>
                  <a:pt x="131254" y="167640"/>
                </a:lnTo>
                <a:lnTo>
                  <a:pt x="123393" y="167640"/>
                </a:lnTo>
                <a:lnTo>
                  <a:pt x="113512" y="171450"/>
                </a:lnTo>
                <a:lnTo>
                  <a:pt x="108978" y="171450"/>
                </a:lnTo>
                <a:lnTo>
                  <a:pt x="108978" y="175260"/>
                </a:lnTo>
                <a:lnTo>
                  <a:pt x="106768" y="179070"/>
                </a:lnTo>
                <a:lnTo>
                  <a:pt x="106692" y="179324"/>
                </a:lnTo>
                <a:lnTo>
                  <a:pt x="106692" y="351790"/>
                </a:lnTo>
                <a:lnTo>
                  <a:pt x="106032" y="351790"/>
                </a:lnTo>
                <a:lnTo>
                  <a:pt x="82384" y="353060"/>
                </a:lnTo>
                <a:lnTo>
                  <a:pt x="82181" y="351790"/>
                </a:lnTo>
                <a:lnTo>
                  <a:pt x="83667" y="347980"/>
                </a:lnTo>
                <a:lnTo>
                  <a:pt x="84302" y="342900"/>
                </a:lnTo>
                <a:lnTo>
                  <a:pt x="84328" y="303530"/>
                </a:lnTo>
                <a:lnTo>
                  <a:pt x="84797" y="302260"/>
                </a:lnTo>
                <a:lnTo>
                  <a:pt x="85737" y="302260"/>
                </a:lnTo>
                <a:lnTo>
                  <a:pt x="104648" y="300990"/>
                </a:lnTo>
                <a:lnTo>
                  <a:pt x="104978" y="300990"/>
                </a:lnTo>
                <a:lnTo>
                  <a:pt x="104775" y="309880"/>
                </a:lnTo>
                <a:lnTo>
                  <a:pt x="104686" y="313690"/>
                </a:lnTo>
                <a:lnTo>
                  <a:pt x="104571" y="320040"/>
                </a:lnTo>
                <a:lnTo>
                  <a:pt x="104533" y="322580"/>
                </a:lnTo>
                <a:lnTo>
                  <a:pt x="104432" y="331470"/>
                </a:lnTo>
                <a:lnTo>
                  <a:pt x="104381" y="345440"/>
                </a:lnTo>
                <a:lnTo>
                  <a:pt x="105079" y="347980"/>
                </a:lnTo>
                <a:lnTo>
                  <a:pt x="106692" y="351790"/>
                </a:lnTo>
                <a:lnTo>
                  <a:pt x="106692" y="179324"/>
                </a:lnTo>
                <a:lnTo>
                  <a:pt x="105625" y="182880"/>
                </a:lnTo>
                <a:lnTo>
                  <a:pt x="105600" y="185420"/>
                </a:lnTo>
                <a:lnTo>
                  <a:pt x="105473" y="232410"/>
                </a:lnTo>
                <a:lnTo>
                  <a:pt x="105244" y="232410"/>
                </a:lnTo>
                <a:lnTo>
                  <a:pt x="105244" y="236220"/>
                </a:lnTo>
                <a:lnTo>
                  <a:pt x="104914" y="294640"/>
                </a:lnTo>
                <a:lnTo>
                  <a:pt x="104889" y="297180"/>
                </a:lnTo>
                <a:lnTo>
                  <a:pt x="104609" y="298450"/>
                </a:lnTo>
                <a:lnTo>
                  <a:pt x="104051" y="298450"/>
                </a:lnTo>
                <a:lnTo>
                  <a:pt x="84709" y="299720"/>
                </a:lnTo>
                <a:lnTo>
                  <a:pt x="84366" y="299720"/>
                </a:lnTo>
                <a:lnTo>
                  <a:pt x="84785" y="236220"/>
                </a:lnTo>
                <a:lnTo>
                  <a:pt x="84785" y="234950"/>
                </a:lnTo>
                <a:lnTo>
                  <a:pt x="104940" y="234950"/>
                </a:lnTo>
                <a:lnTo>
                  <a:pt x="105244" y="236220"/>
                </a:lnTo>
                <a:lnTo>
                  <a:pt x="105244" y="232410"/>
                </a:lnTo>
                <a:lnTo>
                  <a:pt x="84848" y="232410"/>
                </a:lnTo>
                <a:lnTo>
                  <a:pt x="84848" y="231140"/>
                </a:lnTo>
                <a:lnTo>
                  <a:pt x="84950" y="219710"/>
                </a:lnTo>
                <a:lnTo>
                  <a:pt x="85039" y="209550"/>
                </a:lnTo>
                <a:lnTo>
                  <a:pt x="85115" y="200660"/>
                </a:lnTo>
                <a:lnTo>
                  <a:pt x="85229" y="187960"/>
                </a:lnTo>
                <a:lnTo>
                  <a:pt x="85344" y="173990"/>
                </a:lnTo>
                <a:lnTo>
                  <a:pt x="108851" y="173990"/>
                </a:lnTo>
                <a:lnTo>
                  <a:pt x="108978" y="175260"/>
                </a:lnTo>
                <a:lnTo>
                  <a:pt x="108978" y="171450"/>
                </a:lnTo>
                <a:lnTo>
                  <a:pt x="85407" y="171450"/>
                </a:lnTo>
                <a:lnTo>
                  <a:pt x="85305" y="167640"/>
                </a:lnTo>
                <a:lnTo>
                  <a:pt x="85267" y="166370"/>
                </a:lnTo>
                <a:lnTo>
                  <a:pt x="85394" y="154940"/>
                </a:lnTo>
                <a:lnTo>
                  <a:pt x="85699" y="148590"/>
                </a:lnTo>
                <a:lnTo>
                  <a:pt x="85813" y="146050"/>
                </a:lnTo>
                <a:lnTo>
                  <a:pt x="58813" y="128270"/>
                </a:lnTo>
                <a:lnTo>
                  <a:pt x="45427" y="132080"/>
                </a:lnTo>
                <a:lnTo>
                  <a:pt x="39268" y="140970"/>
                </a:lnTo>
                <a:lnTo>
                  <a:pt x="37693" y="152400"/>
                </a:lnTo>
                <a:lnTo>
                  <a:pt x="37960" y="162560"/>
                </a:lnTo>
                <a:lnTo>
                  <a:pt x="38049" y="166370"/>
                </a:lnTo>
                <a:lnTo>
                  <a:pt x="37134" y="166370"/>
                </a:lnTo>
                <a:lnTo>
                  <a:pt x="19558" y="162560"/>
                </a:lnTo>
                <a:lnTo>
                  <a:pt x="18186" y="162560"/>
                </a:lnTo>
                <a:lnTo>
                  <a:pt x="18186" y="163830"/>
                </a:lnTo>
                <a:lnTo>
                  <a:pt x="18427" y="163830"/>
                </a:lnTo>
                <a:lnTo>
                  <a:pt x="18834" y="165100"/>
                </a:lnTo>
                <a:lnTo>
                  <a:pt x="25196" y="167640"/>
                </a:lnTo>
                <a:lnTo>
                  <a:pt x="30949" y="168910"/>
                </a:lnTo>
                <a:lnTo>
                  <a:pt x="37896" y="168910"/>
                </a:lnTo>
                <a:lnTo>
                  <a:pt x="37833" y="185420"/>
                </a:lnTo>
                <a:lnTo>
                  <a:pt x="37706" y="209550"/>
                </a:lnTo>
                <a:lnTo>
                  <a:pt x="37604" y="229870"/>
                </a:lnTo>
                <a:lnTo>
                  <a:pt x="37312" y="231140"/>
                </a:lnTo>
                <a:lnTo>
                  <a:pt x="36766" y="231140"/>
                </a:lnTo>
                <a:lnTo>
                  <a:pt x="12039" y="229870"/>
                </a:lnTo>
                <a:lnTo>
                  <a:pt x="11252" y="229870"/>
                </a:lnTo>
                <a:lnTo>
                  <a:pt x="12407" y="232410"/>
                </a:lnTo>
                <a:lnTo>
                  <a:pt x="14109" y="232410"/>
                </a:lnTo>
                <a:lnTo>
                  <a:pt x="36931" y="233680"/>
                </a:lnTo>
                <a:lnTo>
                  <a:pt x="37439" y="233680"/>
                </a:lnTo>
                <a:lnTo>
                  <a:pt x="37071" y="294640"/>
                </a:lnTo>
                <a:lnTo>
                  <a:pt x="37020" y="300990"/>
                </a:lnTo>
                <a:lnTo>
                  <a:pt x="35953" y="300990"/>
                </a:lnTo>
                <a:lnTo>
                  <a:pt x="18656" y="298450"/>
                </a:lnTo>
                <a:lnTo>
                  <a:pt x="18288" y="298450"/>
                </a:lnTo>
                <a:lnTo>
                  <a:pt x="18288" y="300990"/>
                </a:lnTo>
                <a:lnTo>
                  <a:pt x="24612" y="302260"/>
                </a:lnTo>
                <a:lnTo>
                  <a:pt x="30378" y="303530"/>
                </a:lnTo>
                <a:lnTo>
                  <a:pt x="36880" y="303530"/>
                </a:lnTo>
                <a:lnTo>
                  <a:pt x="36804" y="309880"/>
                </a:lnTo>
                <a:lnTo>
                  <a:pt x="36690" y="320040"/>
                </a:lnTo>
                <a:lnTo>
                  <a:pt x="36576" y="331470"/>
                </a:lnTo>
                <a:lnTo>
                  <a:pt x="36474" y="345440"/>
                </a:lnTo>
                <a:lnTo>
                  <a:pt x="37084" y="349250"/>
                </a:lnTo>
                <a:lnTo>
                  <a:pt x="38506" y="351790"/>
                </a:lnTo>
                <a:lnTo>
                  <a:pt x="38354" y="353060"/>
                </a:lnTo>
                <a:lnTo>
                  <a:pt x="9385" y="351790"/>
                </a:lnTo>
                <a:lnTo>
                  <a:pt x="8318" y="5080"/>
                </a:lnTo>
                <a:lnTo>
                  <a:pt x="8305" y="3810"/>
                </a:lnTo>
                <a:lnTo>
                  <a:pt x="7531" y="2540"/>
                </a:lnTo>
                <a:lnTo>
                  <a:pt x="5372" y="0"/>
                </a:lnTo>
                <a:lnTo>
                  <a:pt x="1358" y="0"/>
                </a:lnTo>
                <a:lnTo>
                  <a:pt x="0" y="2540"/>
                </a:lnTo>
                <a:lnTo>
                  <a:pt x="241" y="128270"/>
                </a:lnTo>
                <a:lnTo>
                  <a:pt x="304" y="162560"/>
                </a:lnTo>
                <a:lnTo>
                  <a:pt x="419" y="227330"/>
                </a:lnTo>
                <a:lnTo>
                  <a:pt x="546" y="294640"/>
                </a:lnTo>
                <a:lnTo>
                  <a:pt x="660" y="358140"/>
                </a:lnTo>
                <a:lnTo>
                  <a:pt x="990" y="359410"/>
                </a:lnTo>
                <a:lnTo>
                  <a:pt x="2311" y="360680"/>
                </a:lnTo>
                <a:lnTo>
                  <a:pt x="35483" y="360680"/>
                </a:lnTo>
                <a:lnTo>
                  <a:pt x="43929" y="361950"/>
                </a:lnTo>
                <a:lnTo>
                  <a:pt x="52514" y="361950"/>
                </a:lnTo>
                <a:lnTo>
                  <a:pt x="61036" y="363220"/>
                </a:lnTo>
                <a:lnTo>
                  <a:pt x="77939" y="360680"/>
                </a:lnTo>
                <a:lnTo>
                  <a:pt x="104648" y="360680"/>
                </a:lnTo>
                <a:lnTo>
                  <a:pt x="112903" y="361950"/>
                </a:lnTo>
                <a:lnTo>
                  <a:pt x="121069" y="361950"/>
                </a:lnTo>
                <a:lnTo>
                  <a:pt x="129235" y="363220"/>
                </a:lnTo>
                <a:lnTo>
                  <a:pt x="137490" y="361950"/>
                </a:lnTo>
                <a:lnTo>
                  <a:pt x="142201" y="360680"/>
                </a:lnTo>
                <a:lnTo>
                  <a:pt x="177761" y="360680"/>
                </a:lnTo>
                <a:lnTo>
                  <a:pt x="186169" y="361950"/>
                </a:lnTo>
                <a:lnTo>
                  <a:pt x="192633" y="363220"/>
                </a:lnTo>
                <a:lnTo>
                  <a:pt x="200431" y="363220"/>
                </a:lnTo>
                <a:lnTo>
                  <a:pt x="208940" y="360680"/>
                </a:lnTo>
                <a:lnTo>
                  <a:pt x="244436" y="360680"/>
                </a:lnTo>
                <a:lnTo>
                  <a:pt x="254381" y="361950"/>
                </a:lnTo>
                <a:lnTo>
                  <a:pt x="260197" y="363220"/>
                </a:lnTo>
                <a:lnTo>
                  <a:pt x="265938" y="363220"/>
                </a:lnTo>
                <a:lnTo>
                  <a:pt x="275640" y="360680"/>
                </a:lnTo>
                <a:lnTo>
                  <a:pt x="335483" y="360680"/>
                </a:lnTo>
                <a:lnTo>
                  <a:pt x="336892" y="359410"/>
                </a:lnTo>
                <a:lnTo>
                  <a:pt x="337007" y="356870"/>
                </a:lnTo>
                <a:lnTo>
                  <a:pt x="337121" y="353060"/>
                </a:lnTo>
                <a:close/>
              </a:path>
            </a:pathLst>
          </a:custGeom>
          <a:solidFill>
            <a:srgbClr val="665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705585" y="3031223"/>
            <a:ext cx="280670" cy="444500"/>
          </a:xfrm>
          <a:custGeom>
            <a:avLst/>
            <a:gdLst/>
            <a:ahLst/>
            <a:cxnLst/>
            <a:rect l="l" t="t" r="r" b="b"/>
            <a:pathLst>
              <a:path w="280670" h="444500">
                <a:moveTo>
                  <a:pt x="82448" y="442379"/>
                </a:moveTo>
                <a:lnTo>
                  <a:pt x="82384" y="440982"/>
                </a:lnTo>
                <a:lnTo>
                  <a:pt x="81876" y="424548"/>
                </a:lnTo>
                <a:lnTo>
                  <a:pt x="81826" y="423265"/>
                </a:lnTo>
                <a:lnTo>
                  <a:pt x="81153" y="422605"/>
                </a:lnTo>
                <a:lnTo>
                  <a:pt x="75488" y="422605"/>
                </a:lnTo>
                <a:lnTo>
                  <a:pt x="74803" y="423278"/>
                </a:lnTo>
                <a:lnTo>
                  <a:pt x="74803" y="424611"/>
                </a:lnTo>
                <a:lnTo>
                  <a:pt x="74523" y="442391"/>
                </a:lnTo>
                <a:lnTo>
                  <a:pt x="75196" y="443077"/>
                </a:lnTo>
                <a:lnTo>
                  <a:pt x="81775" y="443077"/>
                </a:lnTo>
                <a:lnTo>
                  <a:pt x="82448" y="442379"/>
                </a:lnTo>
                <a:close/>
              </a:path>
              <a:path w="280670" h="444500">
                <a:moveTo>
                  <a:pt x="126669" y="439559"/>
                </a:moveTo>
                <a:lnTo>
                  <a:pt x="123037" y="424662"/>
                </a:lnTo>
                <a:lnTo>
                  <a:pt x="122047" y="424053"/>
                </a:lnTo>
                <a:lnTo>
                  <a:pt x="117729" y="425107"/>
                </a:lnTo>
                <a:lnTo>
                  <a:pt x="116154" y="425500"/>
                </a:lnTo>
                <a:lnTo>
                  <a:pt x="115544" y="426478"/>
                </a:lnTo>
                <a:lnTo>
                  <a:pt x="119176" y="441375"/>
                </a:lnTo>
                <a:lnTo>
                  <a:pt x="120167" y="441972"/>
                </a:lnTo>
                <a:lnTo>
                  <a:pt x="126060" y="440537"/>
                </a:lnTo>
                <a:lnTo>
                  <a:pt x="126669" y="439559"/>
                </a:lnTo>
                <a:close/>
              </a:path>
              <a:path w="280670" h="444500">
                <a:moveTo>
                  <a:pt x="176745" y="443128"/>
                </a:moveTo>
                <a:lnTo>
                  <a:pt x="175958" y="426961"/>
                </a:lnTo>
                <a:lnTo>
                  <a:pt x="175260" y="426326"/>
                </a:lnTo>
                <a:lnTo>
                  <a:pt x="170459" y="426554"/>
                </a:lnTo>
                <a:lnTo>
                  <a:pt x="169125" y="426618"/>
                </a:lnTo>
                <a:lnTo>
                  <a:pt x="168490" y="427316"/>
                </a:lnTo>
                <a:lnTo>
                  <a:pt x="169278" y="443496"/>
                </a:lnTo>
                <a:lnTo>
                  <a:pt x="169976" y="444119"/>
                </a:lnTo>
                <a:lnTo>
                  <a:pt x="176110" y="443826"/>
                </a:lnTo>
                <a:lnTo>
                  <a:pt x="176745" y="443128"/>
                </a:lnTo>
                <a:close/>
              </a:path>
              <a:path w="280670" h="444500">
                <a:moveTo>
                  <a:pt x="199669" y="211404"/>
                </a:moveTo>
                <a:lnTo>
                  <a:pt x="199542" y="210439"/>
                </a:lnTo>
                <a:lnTo>
                  <a:pt x="196443" y="208013"/>
                </a:lnTo>
                <a:lnTo>
                  <a:pt x="194932" y="208089"/>
                </a:lnTo>
                <a:lnTo>
                  <a:pt x="187921" y="214985"/>
                </a:lnTo>
                <a:lnTo>
                  <a:pt x="182549" y="220370"/>
                </a:lnTo>
                <a:lnTo>
                  <a:pt x="177380" y="225628"/>
                </a:lnTo>
                <a:lnTo>
                  <a:pt x="171462" y="231762"/>
                </a:lnTo>
                <a:lnTo>
                  <a:pt x="170421" y="232651"/>
                </a:lnTo>
                <a:lnTo>
                  <a:pt x="168338" y="234111"/>
                </a:lnTo>
                <a:lnTo>
                  <a:pt x="167335" y="234213"/>
                </a:lnTo>
                <a:lnTo>
                  <a:pt x="165227" y="233349"/>
                </a:lnTo>
                <a:lnTo>
                  <a:pt x="162344" y="208749"/>
                </a:lnTo>
                <a:lnTo>
                  <a:pt x="157441" y="207264"/>
                </a:lnTo>
                <a:lnTo>
                  <a:pt x="128181" y="234365"/>
                </a:lnTo>
                <a:lnTo>
                  <a:pt x="124498" y="228815"/>
                </a:lnTo>
                <a:lnTo>
                  <a:pt x="124472" y="217868"/>
                </a:lnTo>
                <a:lnTo>
                  <a:pt x="125234" y="209524"/>
                </a:lnTo>
                <a:lnTo>
                  <a:pt x="120218" y="205600"/>
                </a:lnTo>
                <a:lnTo>
                  <a:pt x="119672" y="205397"/>
                </a:lnTo>
                <a:lnTo>
                  <a:pt x="119049" y="205371"/>
                </a:lnTo>
                <a:lnTo>
                  <a:pt x="111404" y="208381"/>
                </a:lnTo>
                <a:lnTo>
                  <a:pt x="85648" y="234645"/>
                </a:lnTo>
                <a:lnTo>
                  <a:pt x="86982" y="236347"/>
                </a:lnTo>
                <a:lnTo>
                  <a:pt x="87210" y="236550"/>
                </a:lnTo>
                <a:lnTo>
                  <a:pt x="88506" y="237312"/>
                </a:lnTo>
                <a:lnTo>
                  <a:pt x="89420" y="237172"/>
                </a:lnTo>
                <a:lnTo>
                  <a:pt x="94526" y="231584"/>
                </a:lnTo>
                <a:lnTo>
                  <a:pt x="99021" y="226898"/>
                </a:lnTo>
                <a:lnTo>
                  <a:pt x="117500" y="211175"/>
                </a:lnTo>
                <a:lnTo>
                  <a:pt x="117754" y="211188"/>
                </a:lnTo>
                <a:lnTo>
                  <a:pt x="118249" y="211505"/>
                </a:lnTo>
                <a:lnTo>
                  <a:pt x="118376" y="211747"/>
                </a:lnTo>
                <a:lnTo>
                  <a:pt x="117944" y="217106"/>
                </a:lnTo>
                <a:lnTo>
                  <a:pt x="118122" y="222110"/>
                </a:lnTo>
                <a:lnTo>
                  <a:pt x="118884" y="227076"/>
                </a:lnTo>
                <a:lnTo>
                  <a:pt x="121615" y="233781"/>
                </a:lnTo>
                <a:lnTo>
                  <a:pt x="126568" y="237299"/>
                </a:lnTo>
                <a:lnTo>
                  <a:pt x="132803" y="237718"/>
                </a:lnTo>
                <a:lnTo>
                  <a:pt x="139369" y="235102"/>
                </a:lnTo>
                <a:lnTo>
                  <a:pt x="145415" y="231216"/>
                </a:lnTo>
                <a:lnTo>
                  <a:pt x="150837" y="225882"/>
                </a:lnTo>
                <a:lnTo>
                  <a:pt x="156832" y="217411"/>
                </a:lnTo>
                <a:lnTo>
                  <a:pt x="157378" y="217589"/>
                </a:lnTo>
                <a:lnTo>
                  <a:pt x="157251" y="219671"/>
                </a:lnTo>
                <a:lnTo>
                  <a:pt x="156984" y="224396"/>
                </a:lnTo>
                <a:lnTo>
                  <a:pt x="157505" y="228955"/>
                </a:lnTo>
                <a:lnTo>
                  <a:pt x="161531" y="242303"/>
                </a:lnTo>
                <a:lnTo>
                  <a:pt x="168973" y="242392"/>
                </a:lnTo>
                <a:lnTo>
                  <a:pt x="180327" y="231241"/>
                </a:lnTo>
                <a:lnTo>
                  <a:pt x="185547" y="225806"/>
                </a:lnTo>
                <a:lnTo>
                  <a:pt x="193167" y="217385"/>
                </a:lnTo>
                <a:lnTo>
                  <a:pt x="196545" y="215480"/>
                </a:lnTo>
                <a:lnTo>
                  <a:pt x="199669" y="211404"/>
                </a:lnTo>
                <a:close/>
              </a:path>
              <a:path w="280670" h="444500">
                <a:moveTo>
                  <a:pt x="239585" y="433311"/>
                </a:moveTo>
                <a:lnTo>
                  <a:pt x="235508" y="420179"/>
                </a:lnTo>
                <a:lnTo>
                  <a:pt x="235115" y="418934"/>
                </a:lnTo>
                <a:lnTo>
                  <a:pt x="234264" y="418350"/>
                </a:lnTo>
                <a:lnTo>
                  <a:pt x="230378" y="418668"/>
                </a:lnTo>
                <a:lnTo>
                  <a:pt x="229793" y="418985"/>
                </a:lnTo>
                <a:lnTo>
                  <a:pt x="228904" y="420154"/>
                </a:lnTo>
                <a:lnTo>
                  <a:pt x="228752" y="420801"/>
                </a:lnTo>
                <a:lnTo>
                  <a:pt x="231521" y="435470"/>
                </a:lnTo>
                <a:lnTo>
                  <a:pt x="232549" y="436105"/>
                </a:lnTo>
                <a:lnTo>
                  <a:pt x="239014" y="434352"/>
                </a:lnTo>
                <a:lnTo>
                  <a:pt x="239585" y="433311"/>
                </a:lnTo>
                <a:close/>
              </a:path>
              <a:path w="280670" h="444500">
                <a:moveTo>
                  <a:pt x="272199" y="47345"/>
                </a:moveTo>
                <a:lnTo>
                  <a:pt x="258648" y="1803"/>
                </a:lnTo>
                <a:lnTo>
                  <a:pt x="258610" y="1206"/>
                </a:lnTo>
                <a:lnTo>
                  <a:pt x="258330" y="736"/>
                </a:lnTo>
                <a:lnTo>
                  <a:pt x="257327" y="76"/>
                </a:lnTo>
                <a:lnTo>
                  <a:pt x="256794" y="0"/>
                </a:lnTo>
                <a:lnTo>
                  <a:pt x="251764" y="1689"/>
                </a:lnTo>
                <a:lnTo>
                  <a:pt x="247002" y="2755"/>
                </a:lnTo>
                <a:lnTo>
                  <a:pt x="206438" y="6261"/>
                </a:lnTo>
                <a:lnTo>
                  <a:pt x="206197" y="6540"/>
                </a:lnTo>
                <a:lnTo>
                  <a:pt x="207708" y="21818"/>
                </a:lnTo>
                <a:lnTo>
                  <a:pt x="207962" y="22059"/>
                </a:lnTo>
                <a:lnTo>
                  <a:pt x="215734" y="22199"/>
                </a:lnTo>
                <a:lnTo>
                  <a:pt x="223189" y="21704"/>
                </a:lnTo>
                <a:lnTo>
                  <a:pt x="230835" y="20586"/>
                </a:lnTo>
                <a:lnTo>
                  <a:pt x="231063" y="20535"/>
                </a:lnTo>
                <a:lnTo>
                  <a:pt x="231228" y="20624"/>
                </a:lnTo>
                <a:lnTo>
                  <a:pt x="231470" y="21005"/>
                </a:lnTo>
                <a:lnTo>
                  <a:pt x="231457" y="21196"/>
                </a:lnTo>
                <a:lnTo>
                  <a:pt x="231317" y="21374"/>
                </a:lnTo>
                <a:lnTo>
                  <a:pt x="220256" y="38747"/>
                </a:lnTo>
                <a:lnTo>
                  <a:pt x="211023" y="56794"/>
                </a:lnTo>
                <a:lnTo>
                  <a:pt x="202882" y="75361"/>
                </a:lnTo>
                <a:lnTo>
                  <a:pt x="195046" y="94246"/>
                </a:lnTo>
                <a:lnTo>
                  <a:pt x="191452" y="101777"/>
                </a:lnTo>
                <a:lnTo>
                  <a:pt x="186613" y="109461"/>
                </a:lnTo>
                <a:lnTo>
                  <a:pt x="180657" y="116078"/>
                </a:lnTo>
                <a:lnTo>
                  <a:pt x="173710" y="120434"/>
                </a:lnTo>
                <a:lnTo>
                  <a:pt x="166370" y="121348"/>
                </a:lnTo>
                <a:lnTo>
                  <a:pt x="160667" y="118592"/>
                </a:lnTo>
                <a:lnTo>
                  <a:pt x="156489" y="113334"/>
                </a:lnTo>
                <a:lnTo>
                  <a:pt x="153746" y="106756"/>
                </a:lnTo>
                <a:lnTo>
                  <a:pt x="150241" y="95059"/>
                </a:lnTo>
                <a:lnTo>
                  <a:pt x="146113" y="84188"/>
                </a:lnTo>
                <a:lnTo>
                  <a:pt x="140246" y="74371"/>
                </a:lnTo>
                <a:lnTo>
                  <a:pt x="131495" y="65900"/>
                </a:lnTo>
                <a:lnTo>
                  <a:pt x="109728" y="57873"/>
                </a:lnTo>
                <a:lnTo>
                  <a:pt x="87998" y="61785"/>
                </a:lnTo>
                <a:lnTo>
                  <a:pt x="67119" y="72504"/>
                </a:lnTo>
                <a:lnTo>
                  <a:pt x="47929" y="84899"/>
                </a:lnTo>
                <a:lnTo>
                  <a:pt x="37693" y="90487"/>
                </a:lnTo>
                <a:lnTo>
                  <a:pt x="26568" y="94767"/>
                </a:lnTo>
                <a:lnTo>
                  <a:pt x="14579" y="97739"/>
                </a:lnTo>
                <a:lnTo>
                  <a:pt x="1714" y="99390"/>
                </a:lnTo>
                <a:lnTo>
                  <a:pt x="965" y="99441"/>
                </a:lnTo>
                <a:lnTo>
                  <a:pt x="622" y="99847"/>
                </a:lnTo>
                <a:lnTo>
                  <a:pt x="1181" y="105689"/>
                </a:lnTo>
                <a:lnTo>
                  <a:pt x="990" y="111175"/>
                </a:lnTo>
                <a:lnTo>
                  <a:pt x="0" y="117906"/>
                </a:lnTo>
                <a:lnTo>
                  <a:pt x="368" y="118338"/>
                </a:lnTo>
                <a:lnTo>
                  <a:pt x="39789" y="111264"/>
                </a:lnTo>
                <a:lnTo>
                  <a:pt x="74612" y="92049"/>
                </a:lnTo>
                <a:lnTo>
                  <a:pt x="80746" y="88074"/>
                </a:lnTo>
                <a:lnTo>
                  <a:pt x="86702" y="84670"/>
                </a:lnTo>
                <a:lnTo>
                  <a:pt x="92468" y="81838"/>
                </a:lnTo>
                <a:lnTo>
                  <a:pt x="98056" y="79590"/>
                </a:lnTo>
                <a:lnTo>
                  <a:pt x="109880" y="77990"/>
                </a:lnTo>
                <a:lnTo>
                  <a:pt x="119341" y="81686"/>
                </a:lnTo>
                <a:lnTo>
                  <a:pt x="126365" y="89433"/>
                </a:lnTo>
                <a:lnTo>
                  <a:pt x="130886" y="100012"/>
                </a:lnTo>
                <a:lnTo>
                  <a:pt x="134454" y="111950"/>
                </a:lnTo>
                <a:lnTo>
                  <a:pt x="139484" y="123875"/>
                </a:lnTo>
                <a:lnTo>
                  <a:pt x="146939" y="133946"/>
                </a:lnTo>
                <a:lnTo>
                  <a:pt x="157772" y="140347"/>
                </a:lnTo>
                <a:lnTo>
                  <a:pt x="170548" y="141719"/>
                </a:lnTo>
                <a:lnTo>
                  <a:pt x="182727" y="138607"/>
                </a:lnTo>
                <a:lnTo>
                  <a:pt x="214706" y="100571"/>
                </a:lnTo>
                <a:lnTo>
                  <a:pt x="223964" y="77266"/>
                </a:lnTo>
                <a:lnTo>
                  <a:pt x="228612" y="66243"/>
                </a:lnTo>
                <a:lnTo>
                  <a:pt x="246151" y="34721"/>
                </a:lnTo>
                <a:lnTo>
                  <a:pt x="246634" y="34759"/>
                </a:lnTo>
                <a:lnTo>
                  <a:pt x="246811" y="34874"/>
                </a:lnTo>
                <a:lnTo>
                  <a:pt x="256032" y="54305"/>
                </a:lnTo>
                <a:lnTo>
                  <a:pt x="257035" y="54673"/>
                </a:lnTo>
                <a:lnTo>
                  <a:pt x="271932" y="48133"/>
                </a:lnTo>
                <a:lnTo>
                  <a:pt x="272199" y="47345"/>
                </a:lnTo>
                <a:close/>
              </a:path>
              <a:path w="280670" h="444500">
                <a:moveTo>
                  <a:pt x="280314" y="320979"/>
                </a:moveTo>
                <a:lnTo>
                  <a:pt x="280263" y="320052"/>
                </a:lnTo>
                <a:lnTo>
                  <a:pt x="280162" y="318274"/>
                </a:lnTo>
                <a:lnTo>
                  <a:pt x="279031" y="292912"/>
                </a:lnTo>
                <a:lnTo>
                  <a:pt x="278333" y="267271"/>
                </a:lnTo>
                <a:lnTo>
                  <a:pt x="278295" y="263474"/>
                </a:lnTo>
                <a:lnTo>
                  <a:pt x="278168" y="212852"/>
                </a:lnTo>
                <a:lnTo>
                  <a:pt x="277850" y="211582"/>
                </a:lnTo>
                <a:lnTo>
                  <a:pt x="275780" y="207606"/>
                </a:lnTo>
                <a:lnTo>
                  <a:pt x="274828" y="205232"/>
                </a:lnTo>
                <a:lnTo>
                  <a:pt x="274104" y="202755"/>
                </a:lnTo>
                <a:lnTo>
                  <a:pt x="270471" y="196773"/>
                </a:lnTo>
                <a:lnTo>
                  <a:pt x="270471" y="214122"/>
                </a:lnTo>
                <a:lnTo>
                  <a:pt x="269976" y="215023"/>
                </a:lnTo>
                <a:lnTo>
                  <a:pt x="263372" y="217944"/>
                </a:lnTo>
                <a:lnTo>
                  <a:pt x="259499" y="222669"/>
                </a:lnTo>
                <a:lnTo>
                  <a:pt x="222986" y="244449"/>
                </a:lnTo>
                <a:lnTo>
                  <a:pt x="152527" y="262559"/>
                </a:lnTo>
                <a:lnTo>
                  <a:pt x="115366" y="263474"/>
                </a:lnTo>
                <a:lnTo>
                  <a:pt x="89357" y="260832"/>
                </a:lnTo>
                <a:lnTo>
                  <a:pt x="40411" y="244043"/>
                </a:lnTo>
                <a:lnTo>
                  <a:pt x="19100" y="226428"/>
                </a:lnTo>
                <a:lnTo>
                  <a:pt x="19304" y="225145"/>
                </a:lnTo>
                <a:lnTo>
                  <a:pt x="31381" y="197827"/>
                </a:lnTo>
                <a:lnTo>
                  <a:pt x="53886" y="179641"/>
                </a:lnTo>
                <a:lnTo>
                  <a:pt x="82054" y="168846"/>
                </a:lnTo>
                <a:lnTo>
                  <a:pt x="110832" y="163791"/>
                </a:lnTo>
                <a:lnTo>
                  <a:pt x="110413" y="163791"/>
                </a:lnTo>
                <a:lnTo>
                  <a:pt x="139065" y="161950"/>
                </a:lnTo>
                <a:lnTo>
                  <a:pt x="166357" y="162306"/>
                </a:lnTo>
                <a:lnTo>
                  <a:pt x="192951" y="164807"/>
                </a:lnTo>
                <a:lnTo>
                  <a:pt x="236550" y="174701"/>
                </a:lnTo>
                <a:lnTo>
                  <a:pt x="270268" y="212852"/>
                </a:lnTo>
                <a:lnTo>
                  <a:pt x="270471" y="214122"/>
                </a:lnTo>
                <a:lnTo>
                  <a:pt x="270471" y="196773"/>
                </a:lnTo>
                <a:lnTo>
                  <a:pt x="222262" y="163791"/>
                </a:lnTo>
                <a:lnTo>
                  <a:pt x="172999" y="156616"/>
                </a:lnTo>
                <a:lnTo>
                  <a:pt x="144716" y="155638"/>
                </a:lnTo>
                <a:lnTo>
                  <a:pt x="116459" y="157035"/>
                </a:lnTo>
                <a:lnTo>
                  <a:pt x="65620" y="167538"/>
                </a:lnTo>
                <a:lnTo>
                  <a:pt x="27406" y="192468"/>
                </a:lnTo>
                <a:lnTo>
                  <a:pt x="13728" y="222669"/>
                </a:lnTo>
                <a:lnTo>
                  <a:pt x="13766" y="229666"/>
                </a:lnTo>
                <a:lnTo>
                  <a:pt x="14922" y="274878"/>
                </a:lnTo>
                <a:lnTo>
                  <a:pt x="18973" y="320052"/>
                </a:lnTo>
                <a:lnTo>
                  <a:pt x="25539" y="347776"/>
                </a:lnTo>
                <a:lnTo>
                  <a:pt x="27978" y="357035"/>
                </a:lnTo>
                <a:lnTo>
                  <a:pt x="76225" y="388010"/>
                </a:lnTo>
                <a:lnTo>
                  <a:pt x="125488" y="396595"/>
                </a:lnTo>
                <a:lnTo>
                  <a:pt x="144399" y="396938"/>
                </a:lnTo>
                <a:lnTo>
                  <a:pt x="163156" y="396113"/>
                </a:lnTo>
                <a:lnTo>
                  <a:pt x="225767" y="382143"/>
                </a:lnTo>
                <a:lnTo>
                  <a:pt x="271576" y="350126"/>
                </a:lnTo>
                <a:lnTo>
                  <a:pt x="278917" y="325704"/>
                </a:lnTo>
                <a:lnTo>
                  <a:pt x="278815" y="323049"/>
                </a:lnTo>
                <a:lnTo>
                  <a:pt x="280314" y="320979"/>
                </a:lnTo>
                <a:close/>
              </a:path>
            </a:pathLst>
          </a:custGeom>
          <a:solidFill>
            <a:srgbClr val="665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574164" y="3086341"/>
            <a:ext cx="296545" cy="391795"/>
          </a:xfrm>
          <a:custGeom>
            <a:avLst/>
            <a:gdLst/>
            <a:ahLst/>
            <a:cxnLst/>
            <a:rect l="l" t="t" r="r" b="b"/>
            <a:pathLst>
              <a:path w="296545" h="391795">
                <a:moveTo>
                  <a:pt x="63042" y="390855"/>
                </a:moveTo>
                <a:lnTo>
                  <a:pt x="62941" y="389369"/>
                </a:lnTo>
                <a:lnTo>
                  <a:pt x="61671" y="373570"/>
                </a:lnTo>
                <a:lnTo>
                  <a:pt x="61569" y="372071"/>
                </a:lnTo>
                <a:lnTo>
                  <a:pt x="60782" y="371487"/>
                </a:lnTo>
                <a:lnTo>
                  <a:pt x="54711" y="372910"/>
                </a:lnTo>
                <a:lnTo>
                  <a:pt x="54229" y="373583"/>
                </a:lnTo>
                <a:lnTo>
                  <a:pt x="55448" y="389432"/>
                </a:lnTo>
                <a:lnTo>
                  <a:pt x="55537" y="390550"/>
                </a:lnTo>
                <a:lnTo>
                  <a:pt x="56134" y="391147"/>
                </a:lnTo>
                <a:lnTo>
                  <a:pt x="62369" y="391541"/>
                </a:lnTo>
                <a:lnTo>
                  <a:pt x="63042" y="390855"/>
                </a:lnTo>
                <a:close/>
              </a:path>
              <a:path w="296545" h="391795">
                <a:moveTo>
                  <a:pt x="129870" y="386308"/>
                </a:moveTo>
                <a:lnTo>
                  <a:pt x="127317" y="370560"/>
                </a:lnTo>
                <a:lnTo>
                  <a:pt x="126530" y="369989"/>
                </a:lnTo>
                <a:lnTo>
                  <a:pt x="121881" y="370738"/>
                </a:lnTo>
                <a:lnTo>
                  <a:pt x="120510" y="370967"/>
                </a:lnTo>
                <a:lnTo>
                  <a:pt x="119938" y="371754"/>
                </a:lnTo>
                <a:lnTo>
                  <a:pt x="122491" y="387502"/>
                </a:lnTo>
                <a:lnTo>
                  <a:pt x="123278" y="388073"/>
                </a:lnTo>
                <a:lnTo>
                  <a:pt x="129298" y="387096"/>
                </a:lnTo>
                <a:lnTo>
                  <a:pt x="129870" y="386308"/>
                </a:lnTo>
                <a:close/>
              </a:path>
              <a:path w="296545" h="391795">
                <a:moveTo>
                  <a:pt x="187591" y="379412"/>
                </a:moveTo>
                <a:lnTo>
                  <a:pt x="184937" y="366458"/>
                </a:lnTo>
                <a:lnTo>
                  <a:pt x="184721" y="365379"/>
                </a:lnTo>
                <a:lnTo>
                  <a:pt x="184061" y="364756"/>
                </a:lnTo>
                <a:lnTo>
                  <a:pt x="179857" y="364159"/>
                </a:lnTo>
                <a:lnTo>
                  <a:pt x="179197" y="364375"/>
                </a:lnTo>
                <a:lnTo>
                  <a:pt x="178092" y="365467"/>
                </a:lnTo>
                <a:lnTo>
                  <a:pt x="177876" y="366115"/>
                </a:lnTo>
                <a:lnTo>
                  <a:pt x="179692" y="380149"/>
                </a:lnTo>
                <a:lnTo>
                  <a:pt x="180022" y="380682"/>
                </a:lnTo>
                <a:lnTo>
                  <a:pt x="181178" y="381469"/>
                </a:lnTo>
                <a:lnTo>
                  <a:pt x="181800" y="381584"/>
                </a:lnTo>
                <a:lnTo>
                  <a:pt x="187007" y="380326"/>
                </a:lnTo>
                <a:lnTo>
                  <a:pt x="187591" y="379412"/>
                </a:lnTo>
                <a:close/>
              </a:path>
              <a:path w="296545" h="391795">
                <a:moveTo>
                  <a:pt x="253974" y="377329"/>
                </a:moveTo>
                <a:lnTo>
                  <a:pt x="246748" y="362597"/>
                </a:lnTo>
                <a:lnTo>
                  <a:pt x="245491" y="362165"/>
                </a:lnTo>
                <a:lnTo>
                  <a:pt x="242125" y="363816"/>
                </a:lnTo>
                <a:lnTo>
                  <a:pt x="240436" y="364642"/>
                </a:lnTo>
                <a:lnTo>
                  <a:pt x="240004" y="365912"/>
                </a:lnTo>
                <a:lnTo>
                  <a:pt x="247218" y="380644"/>
                </a:lnTo>
                <a:lnTo>
                  <a:pt x="248475" y="381076"/>
                </a:lnTo>
                <a:lnTo>
                  <a:pt x="253530" y="378599"/>
                </a:lnTo>
                <a:lnTo>
                  <a:pt x="253974" y="377329"/>
                </a:lnTo>
                <a:close/>
              </a:path>
              <a:path w="296545" h="391795">
                <a:moveTo>
                  <a:pt x="296379" y="253428"/>
                </a:moveTo>
                <a:lnTo>
                  <a:pt x="296252" y="252653"/>
                </a:lnTo>
                <a:lnTo>
                  <a:pt x="294436" y="239636"/>
                </a:lnTo>
                <a:lnTo>
                  <a:pt x="293281" y="226529"/>
                </a:lnTo>
                <a:lnTo>
                  <a:pt x="293204" y="224282"/>
                </a:lnTo>
                <a:lnTo>
                  <a:pt x="292811" y="213461"/>
                </a:lnTo>
                <a:lnTo>
                  <a:pt x="293166" y="184302"/>
                </a:lnTo>
                <a:lnTo>
                  <a:pt x="293293" y="174409"/>
                </a:lnTo>
                <a:lnTo>
                  <a:pt x="293408" y="165887"/>
                </a:lnTo>
                <a:lnTo>
                  <a:pt x="290817" y="131330"/>
                </a:lnTo>
                <a:lnTo>
                  <a:pt x="285343" y="106832"/>
                </a:lnTo>
                <a:lnTo>
                  <a:pt x="285343" y="137160"/>
                </a:lnTo>
                <a:lnTo>
                  <a:pt x="285064" y="138442"/>
                </a:lnTo>
                <a:lnTo>
                  <a:pt x="256552" y="174409"/>
                </a:lnTo>
                <a:lnTo>
                  <a:pt x="223647" y="200977"/>
                </a:lnTo>
                <a:lnTo>
                  <a:pt x="185127" y="218033"/>
                </a:lnTo>
                <a:lnTo>
                  <a:pt x="140474" y="224282"/>
                </a:lnTo>
                <a:lnTo>
                  <a:pt x="99872" y="220065"/>
                </a:lnTo>
                <a:lnTo>
                  <a:pt x="64122" y="206743"/>
                </a:lnTo>
                <a:lnTo>
                  <a:pt x="33235" y="184302"/>
                </a:lnTo>
                <a:lnTo>
                  <a:pt x="7200" y="152768"/>
                </a:lnTo>
                <a:lnTo>
                  <a:pt x="6604" y="151282"/>
                </a:lnTo>
                <a:lnTo>
                  <a:pt x="16598" y="104457"/>
                </a:lnTo>
                <a:lnTo>
                  <a:pt x="17018" y="104165"/>
                </a:lnTo>
                <a:lnTo>
                  <a:pt x="18097" y="104165"/>
                </a:lnTo>
                <a:lnTo>
                  <a:pt x="146316" y="117703"/>
                </a:lnTo>
                <a:lnTo>
                  <a:pt x="147002" y="117411"/>
                </a:lnTo>
                <a:lnTo>
                  <a:pt x="147891" y="116293"/>
                </a:lnTo>
                <a:lnTo>
                  <a:pt x="148120" y="115811"/>
                </a:lnTo>
                <a:lnTo>
                  <a:pt x="148844" y="110921"/>
                </a:lnTo>
                <a:lnTo>
                  <a:pt x="149809" y="104457"/>
                </a:lnTo>
                <a:lnTo>
                  <a:pt x="149847" y="104165"/>
                </a:lnTo>
                <a:lnTo>
                  <a:pt x="152501" y="86321"/>
                </a:lnTo>
                <a:lnTo>
                  <a:pt x="156121" y="58610"/>
                </a:lnTo>
                <a:lnTo>
                  <a:pt x="159067" y="32118"/>
                </a:lnTo>
                <a:lnTo>
                  <a:pt x="161328" y="6972"/>
                </a:lnTo>
                <a:lnTo>
                  <a:pt x="161353" y="6642"/>
                </a:lnTo>
                <a:lnTo>
                  <a:pt x="163017" y="6642"/>
                </a:lnTo>
                <a:lnTo>
                  <a:pt x="210781" y="20459"/>
                </a:lnTo>
                <a:lnTo>
                  <a:pt x="247675" y="48209"/>
                </a:lnTo>
                <a:lnTo>
                  <a:pt x="272516" y="87376"/>
                </a:lnTo>
                <a:lnTo>
                  <a:pt x="285165" y="135737"/>
                </a:lnTo>
                <a:lnTo>
                  <a:pt x="285343" y="137160"/>
                </a:lnTo>
                <a:lnTo>
                  <a:pt x="285343" y="106832"/>
                </a:lnTo>
                <a:lnTo>
                  <a:pt x="283375" y="98018"/>
                </a:lnTo>
                <a:lnTo>
                  <a:pt x="283311" y="97701"/>
                </a:lnTo>
                <a:lnTo>
                  <a:pt x="268998" y="66357"/>
                </a:lnTo>
                <a:lnTo>
                  <a:pt x="226669" y="22161"/>
                </a:lnTo>
                <a:lnTo>
                  <a:pt x="191833" y="6642"/>
                </a:lnTo>
                <a:lnTo>
                  <a:pt x="164084" y="0"/>
                </a:lnTo>
                <a:lnTo>
                  <a:pt x="159740" y="0"/>
                </a:lnTo>
                <a:lnTo>
                  <a:pt x="155041" y="609"/>
                </a:lnTo>
                <a:lnTo>
                  <a:pt x="155562" y="609"/>
                </a:lnTo>
                <a:lnTo>
                  <a:pt x="155168" y="1028"/>
                </a:lnTo>
                <a:lnTo>
                  <a:pt x="153682" y="20459"/>
                </a:lnTo>
                <a:lnTo>
                  <a:pt x="153657" y="20637"/>
                </a:lnTo>
                <a:lnTo>
                  <a:pt x="153543" y="22161"/>
                </a:lnTo>
                <a:lnTo>
                  <a:pt x="153416" y="23787"/>
                </a:lnTo>
                <a:lnTo>
                  <a:pt x="153327" y="25057"/>
                </a:lnTo>
                <a:lnTo>
                  <a:pt x="153200" y="26581"/>
                </a:lnTo>
                <a:lnTo>
                  <a:pt x="150622" y="51803"/>
                </a:lnTo>
                <a:lnTo>
                  <a:pt x="147370" y="77520"/>
                </a:lnTo>
                <a:lnTo>
                  <a:pt x="143395" y="104165"/>
                </a:lnTo>
                <a:lnTo>
                  <a:pt x="142951" y="104165"/>
                </a:lnTo>
                <a:lnTo>
                  <a:pt x="138620" y="97205"/>
                </a:lnTo>
                <a:lnTo>
                  <a:pt x="138620" y="110426"/>
                </a:lnTo>
                <a:lnTo>
                  <a:pt x="138290" y="110921"/>
                </a:lnTo>
                <a:lnTo>
                  <a:pt x="137871" y="110921"/>
                </a:lnTo>
                <a:lnTo>
                  <a:pt x="114935" y="95148"/>
                </a:lnTo>
                <a:lnTo>
                  <a:pt x="111429" y="88785"/>
                </a:lnTo>
                <a:lnTo>
                  <a:pt x="90030" y="57048"/>
                </a:lnTo>
                <a:lnTo>
                  <a:pt x="69240" y="30416"/>
                </a:lnTo>
                <a:lnTo>
                  <a:pt x="69303" y="29502"/>
                </a:lnTo>
                <a:lnTo>
                  <a:pt x="73723" y="25476"/>
                </a:lnTo>
                <a:lnTo>
                  <a:pt x="73926" y="25285"/>
                </a:lnTo>
                <a:lnTo>
                  <a:pt x="74091" y="25057"/>
                </a:lnTo>
                <a:lnTo>
                  <a:pt x="76962" y="20637"/>
                </a:lnTo>
                <a:lnTo>
                  <a:pt x="79971" y="16065"/>
                </a:lnTo>
                <a:lnTo>
                  <a:pt x="80403" y="16065"/>
                </a:lnTo>
                <a:lnTo>
                  <a:pt x="82410" y="18567"/>
                </a:lnTo>
                <a:lnTo>
                  <a:pt x="131787" y="97701"/>
                </a:lnTo>
                <a:lnTo>
                  <a:pt x="138620" y="110426"/>
                </a:lnTo>
                <a:lnTo>
                  <a:pt x="138620" y="97205"/>
                </a:lnTo>
                <a:lnTo>
                  <a:pt x="88150" y="16065"/>
                </a:lnTo>
                <a:lnTo>
                  <a:pt x="82486" y="6972"/>
                </a:lnTo>
                <a:lnTo>
                  <a:pt x="81940" y="6642"/>
                </a:lnTo>
                <a:lnTo>
                  <a:pt x="80365" y="6642"/>
                </a:lnTo>
                <a:lnTo>
                  <a:pt x="79946" y="6819"/>
                </a:lnTo>
                <a:lnTo>
                  <a:pt x="65176" y="25285"/>
                </a:lnTo>
                <a:lnTo>
                  <a:pt x="64604" y="25476"/>
                </a:lnTo>
                <a:lnTo>
                  <a:pt x="63246" y="25057"/>
                </a:lnTo>
                <a:lnTo>
                  <a:pt x="62661" y="24701"/>
                </a:lnTo>
                <a:lnTo>
                  <a:pt x="61772" y="23787"/>
                </a:lnTo>
                <a:lnTo>
                  <a:pt x="59982" y="23787"/>
                </a:lnTo>
                <a:lnTo>
                  <a:pt x="59537" y="24130"/>
                </a:lnTo>
                <a:lnTo>
                  <a:pt x="24917" y="98615"/>
                </a:lnTo>
                <a:lnTo>
                  <a:pt x="24371" y="98920"/>
                </a:lnTo>
                <a:lnTo>
                  <a:pt x="12598" y="97307"/>
                </a:lnTo>
                <a:lnTo>
                  <a:pt x="11811" y="97840"/>
                </a:lnTo>
                <a:lnTo>
                  <a:pt x="2794" y="139598"/>
                </a:lnTo>
                <a:lnTo>
                  <a:pt x="0" y="154800"/>
                </a:lnTo>
                <a:lnTo>
                  <a:pt x="609" y="155829"/>
                </a:lnTo>
                <a:lnTo>
                  <a:pt x="3048" y="156565"/>
                </a:lnTo>
                <a:lnTo>
                  <a:pt x="3530" y="157226"/>
                </a:lnTo>
                <a:lnTo>
                  <a:pt x="3771" y="206743"/>
                </a:lnTo>
                <a:lnTo>
                  <a:pt x="4508" y="252653"/>
                </a:lnTo>
                <a:lnTo>
                  <a:pt x="4521" y="253428"/>
                </a:lnTo>
                <a:lnTo>
                  <a:pt x="9067" y="300101"/>
                </a:lnTo>
                <a:lnTo>
                  <a:pt x="40881" y="334924"/>
                </a:lnTo>
                <a:lnTo>
                  <a:pt x="95008" y="346722"/>
                </a:lnTo>
                <a:lnTo>
                  <a:pt x="123202" y="349059"/>
                </a:lnTo>
                <a:lnTo>
                  <a:pt x="149428" y="349059"/>
                </a:lnTo>
                <a:lnTo>
                  <a:pt x="194995" y="344004"/>
                </a:lnTo>
                <a:lnTo>
                  <a:pt x="247192" y="325374"/>
                </a:lnTo>
                <a:lnTo>
                  <a:pt x="281559" y="297688"/>
                </a:lnTo>
                <a:lnTo>
                  <a:pt x="293344" y="256743"/>
                </a:lnTo>
                <a:lnTo>
                  <a:pt x="293255" y="256159"/>
                </a:lnTo>
                <a:lnTo>
                  <a:pt x="293204" y="255917"/>
                </a:lnTo>
                <a:lnTo>
                  <a:pt x="293497" y="255308"/>
                </a:lnTo>
                <a:lnTo>
                  <a:pt x="296087" y="254000"/>
                </a:lnTo>
                <a:lnTo>
                  <a:pt x="296379" y="253428"/>
                </a:lnTo>
                <a:close/>
              </a:path>
            </a:pathLst>
          </a:custGeom>
          <a:solidFill>
            <a:srgbClr val="665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550150" y="3722338"/>
            <a:ext cx="3195955" cy="1325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30" dirty="0">
                <a:solidFill>
                  <a:srgbClr val="66524F"/>
                </a:solidFill>
                <a:latin typeface="Tahoma"/>
                <a:cs typeface="Tahoma"/>
              </a:rPr>
              <a:t>Live</a:t>
            </a:r>
            <a:r>
              <a:rPr sz="1950" spc="-85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55" dirty="0">
                <a:solidFill>
                  <a:srgbClr val="66524F"/>
                </a:solidFill>
                <a:latin typeface="Tahoma"/>
                <a:cs typeface="Tahoma"/>
              </a:rPr>
              <a:t>Color-</a:t>
            </a:r>
            <a:r>
              <a:rPr sz="1950" spc="70" dirty="0">
                <a:solidFill>
                  <a:srgbClr val="66524F"/>
                </a:solidFill>
                <a:latin typeface="Tahoma"/>
                <a:cs typeface="Tahoma"/>
              </a:rPr>
              <a:t>Coded</a:t>
            </a:r>
            <a:r>
              <a:rPr sz="1950" spc="-80" dirty="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24F"/>
                </a:solidFill>
                <a:latin typeface="Tahoma"/>
                <a:cs typeface="Tahoma"/>
              </a:rPr>
              <a:t>Dashboard</a:t>
            </a:r>
            <a:endParaRPr sz="1950">
              <a:latin typeface="Tahoma"/>
              <a:cs typeface="Tahoma"/>
            </a:endParaRPr>
          </a:p>
          <a:p>
            <a:pPr marL="12700" marR="265430">
              <a:lnSpc>
                <a:spcPct val="108000"/>
              </a:lnSpc>
              <a:spcBef>
                <a:spcPts val="905"/>
              </a:spcBef>
            </a:pP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A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single-pane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view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showing</a:t>
            </a:r>
            <a:r>
              <a:rPr sz="1350" spc="-3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all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students'</a:t>
            </a:r>
            <a:r>
              <a:rPr sz="1350" spc="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engagement</a:t>
            </a:r>
            <a:r>
              <a:rPr sz="1350" spc="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24F"/>
                </a:solidFill>
                <a:latin typeface="Verdana"/>
                <a:cs typeface="Verdana"/>
              </a:rPr>
              <a:t>levels</a:t>
            </a:r>
            <a:r>
              <a:rPr sz="1350" spc="5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24F"/>
                </a:solidFill>
                <a:latin typeface="Verdana"/>
                <a:cs typeface="Verdana"/>
              </a:rPr>
              <a:t>with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intuitive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green,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66524F"/>
                </a:solidFill>
                <a:latin typeface="Verdana"/>
                <a:cs typeface="Verdana"/>
              </a:rPr>
              <a:t>yellow,</a:t>
            </a:r>
            <a:r>
              <a:rPr sz="1350" spc="-60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24F"/>
                </a:solidFill>
                <a:latin typeface="Verdana"/>
                <a:cs typeface="Verdana"/>
              </a:rPr>
              <a:t>and</a:t>
            </a:r>
            <a:r>
              <a:rPr sz="1350" spc="-55" dirty="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24F"/>
                </a:solidFill>
                <a:latin typeface="Verdana"/>
                <a:cs typeface="Verdana"/>
              </a:rPr>
              <a:t>red </a:t>
            </a:r>
            <a:r>
              <a:rPr sz="1350" spc="-10" dirty="0">
                <a:solidFill>
                  <a:srgbClr val="66524F"/>
                </a:solidFill>
                <a:latin typeface="Verdana"/>
                <a:cs typeface="Verdana"/>
              </a:rPr>
              <a:t>indicators.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30" name="object 30">
            <a:hlinkClick r:id="rId15"/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Smart</a:t>
            </a:r>
            <a:r>
              <a:rPr spc="-140" dirty="0"/>
              <a:t> </a:t>
            </a:r>
            <a:r>
              <a:rPr spc="360" dirty="0"/>
              <a:t>&amp;</a:t>
            </a:r>
            <a:r>
              <a:rPr spc="-140" dirty="0"/>
              <a:t> </a:t>
            </a:r>
            <a:r>
              <a:rPr spc="75" dirty="0"/>
              <a:t>Advanced</a:t>
            </a:r>
            <a:r>
              <a:rPr spc="-135" dirty="0"/>
              <a:t> </a:t>
            </a:r>
            <a:r>
              <a:rPr spc="-10" dirty="0"/>
              <a:t>Capabilities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1024" y="2057399"/>
            <a:ext cx="4924425" cy="1314450"/>
            <a:chOff x="581024" y="2057399"/>
            <a:chExt cx="4924425" cy="1314450"/>
          </a:xfrm>
        </p:grpSpPr>
        <p:sp>
          <p:nvSpPr>
            <p:cNvPr id="4" name="object 4"/>
            <p:cNvSpPr/>
            <p:nvPr/>
          </p:nvSpPr>
          <p:spPr>
            <a:xfrm>
              <a:off x="600074" y="2066924"/>
              <a:ext cx="4895850" cy="1295400"/>
            </a:xfrm>
            <a:custGeom>
              <a:avLst/>
              <a:gdLst/>
              <a:ahLst/>
              <a:cxnLst/>
              <a:rect l="l" t="t" r="r" b="b"/>
              <a:pathLst>
                <a:path w="4895850" h="1295400">
                  <a:moveTo>
                    <a:pt x="4848682" y="1295399"/>
                  </a:moveTo>
                  <a:lnTo>
                    <a:pt x="71196" y="1295399"/>
                  </a:lnTo>
                  <a:lnTo>
                    <a:pt x="66241" y="1294972"/>
                  </a:lnTo>
                  <a:lnTo>
                    <a:pt x="29705" y="1281730"/>
                  </a:lnTo>
                  <a:lnTo>
                    <a:pt x="3885" y="1250195"/>
                  </a:lnTo>
                  <a:lnTo>
                    <a:pt x="0" y="1233102"/>
                  </a:lnTo>
                  <a:lnTo>
                    <a:pt x="0" y="1228724"/>
                  </a:lnTo>
                  <a:lnTo>
                    <a:pt x="0" y="62296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848682" y="0"/>
                  </a:lnTo>
                  <a:lnTo>
                    <a:pt x="4883406" y="17129"/>
                  </a:lnTo>
                  <a:lnTo>
                    <a:pt x="4895849" y="47167"/>
                  </a:lnTo>
                  <a:lnTo>
                    <a:pt x="4895849" y="1248232"/>
                  </a:lnTo>
                  <a:lnTo>
                    <a:pt x="4878718" y="1282957"/>
                  </a:lnTo>
                  <a:lnTo>
                    <a:pt x="4851965" y="1295076"/>
                  </a:lnTo>
                  <a:lnTo>
                    <a:pt x="4848682" y="1295399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913" y="2057411"/>
              <a:ext cx="4904740" cy="1314450"/>
            </a:xfrm>
            <a:custGeom>
              <a:avLst/>
              <a:gdLst/>
              <a:ahLst/>
              <a:cxnLst/>
              <a:rect l="l" t="t" r="r" b="b"/>
              <a:pathLst>
                <a:path w="4904740" h="1314450">
                  <a:moveTo>
                    <a:pt x="4904486" y="51828"/>
                  </a:moveTo>
                  <a:lnTo>
                    <a:pt x="4902962" y="44284"/>
                  </a:lnTo>
                  <a:lnTo>
                    <a:pt x="4896917" y="29679"/>
                  </a:lnTo>
                  <a:lnTo>
                    <a:pt x="4892586" y="23190"/>
                  </a:lnTo>
                  <a:lnTo>
                    <a:pt x="4887430" y="18046"/>
                  </a:lnTo>
                  <a:lnTo>
                    <a:pt x="4886960" y="17564"/>
                  </a:lnTo>
                  <a:lnTo>
                    <a:pt x="4881321" y="11938"/>
                  </a:lnTo>
                  <a:lnTo>
                    <a:pt x="4874831" y="7607"/>
                  </a:lnTo>
                  <a:lnTo>
                    <a:pt x="4859960" y="1447"/>
                  </a:lnTo>
                  <a:lnTo>
                    <a:pt x="4859769" y="1447"/>
                  </a:lnTo>
                  <a:lnTo>
                    <a:pt x="4852479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4851" y="47320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43"/>
                  </a:lnTo>
                  <a:lnTo>
                    <a:pt x="1092" y="61328"/>
                  </a:lnTo>
                  <a:lnTo>
                    <a:pt x="8826" y="47320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844516" y="19050"/>
                  </a:lnTo>
                  <a:lnTo>
                    <a:pt x="4873917" y="31559"/>
                  </a:lnTo>
                  <a:lnTo>
                    <a:pt x="4878730" y="37350"/>
                  </a:lnTo>
                  <a:lnTo>
                    <a:pt x="4882477" y="44284"/>
                  </a:lnTo>
                  <a:lnTo>
                    <a:pt x="4884725" y="51828"/>
                  </a:lnTo>
                  <a:lnTo>
                    <a:pt x="4884750" y="52044"/>
                  </a:lnTo>
                  <a:lnTo>
                    <a:pt x="4885474" y="60007"/>
                  </a:lnTo>
                  <a:lnTo>
                    <a:pt x="4885474" y="1254442"/>
                  </a:lnTo>
                  <a:lnTo>
                    <a:pt x="4884725" y="1262608"/>
                  </a:lnTo>
                  <a:lnTo>
                    <a:pt x="4882515" y="1270050"/>
                  </a:lnTo>
                  <a:lnTo>
                    <a:pt x="4878730" y="1277086"/>
                  </a:lnTo>
                  <a:lnTo>
                    <a:pt x="4873917" y="1282877"/>
                  </a:lnTo>
                  <a:lnTo>
                    <a:pt x="4873485" y="1283398"/>
                  </a:lnTo>
                  <a:lnTo>
                    <a:pt x="4867173" y="1288643"/>
                  </a:lnTo>
                  <a:lnTo>
                    <a:pt x="4860239" y="1292390"/>
                  </a:lnTo>
                  <a:lnTo>
                    <a:pt x="4852695" y="1294638"/>
                  </a:lnTo>
                  <a:lnTo>
                    <a:pt x="4844516" y="1295400"/>
                  </a:lnTo>
                  <a:lnTo>
                    <a:pt x="75349" y="1295400"/>
                  </a:lnTo>
                  <a:lnTo>
                    <a:pt x="33007" y="1285773"/>
                  </a:lnTo>
                  <a:lnTo>
                    <a:pt x="1092" y="1253109"/>
                  </a:lnTo>
                  <a:lnTo>
                    <a:pt x="0" y="1248994"/>
                  </a:lnTo>
                  <a:lnTo>
                    <a:pt x="609" y="1253109"/>
                  </a:lnTo>
                  <a:lnTo>
                    <a:pt x="21475" y="1292123"/>
                  </a:lnTo>
                  <a:lnTo>
                    <a:pt x="60490" y="1312989"/>
                  </a:lnTo>
                  <a:lnTo>
                    <a:pt x="75349" y="1314450"/>
                  </a:lnTo>
                  <a:lnTo>
                    <a:pt x="4852479" y="1314450"/>
                  </a:lnTo>
                  <a:lnTo>
                    <a:pt x="4859769" y="1312989"/>
                  </a:lnTo>
                  <a:lnTo>
                    <a:pt x="4859960" y="1312989"/>
                  </a:lnTo>
                  <a:lnTo>
                    <a:pt x="4874831" y="1306830"/>
                  </a:lnTo>
                  <a:lnTo>
                    <a:pt x="4881321" y="1302499"/>
                  </a:lnTo>
                  <a:lnTo>
                    <a:pt x="4886947" y="1296873"/>
                  </a:lnTo>
                  <a:lnTo>
                    <a:pt x="4892586" y="1291247"/>
                  </a:lnTo>
                  <a:lnTo>
                    <a:pt x="4896917" y="1284757"/>
                  </a:lnTo>
                  <a:lnTo>
                    <a:pt x="4903013" y="1270050"/>
                  </a:lnTo>
                  <a:lnTo>
                    <a:pt x="4904486" y="1262608"/>
                  </a:lnTo>
                  <a:lnTo>
                    <a:pt x="4904486" y="51828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1024" y="2057399"/>
              <a:ext cx="76200" cy="1314450"/>
            </a:xfrm>
            <a:custGeom>
              <a:avLst/>
              <a:gdLst/>
              <a:ahLst/>
              <a:cxnLst/>
              <a:rect l="l" t="t" r="r" b="b"/>
              <a:pathLst>
                <a:path w="76200" h="1314450">
                  <a:moveTo>
                    <a:pt x="76200" y="1314449"/>
                  </a:moveTo>
                  <a:lnTo>
                    <a:pt x="56067" y="1314449"/>
                  </a:lnTo>
                  <a:lnTo>
                    <a:pt x="52165" y="1314065"/>
                  </a:lnTo>
                  <a:lnTo>
                    <a:pt x="14789" y="1294087"/>
                  </a:lnTo>
                  <a:lnTo>
                    <a:pt x="0" y="1258382"/>
                  </a:lnTo>
                  <a:lnTo>
                    <a:pt x="0" y="1254442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5" y="384"/>
                  </a:lnTo>
                  <a:lnTo>
                    <a:pt x="56067" y="0"/>
                  </a:lnTo>
                  <a:lnTo>
                    <a:pt x="76200" y="0"/>
                  </a:lnTo>
                  <a:lnTo>
                    <a:pt x="76200" y="1314449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81024" y="3543299"/>
            <a:ext cx="4924425" cy="1323975"/>
            <a:chOff x="581024" y="3543299"/>
            <a:chExt cx="4924425" cy="1323975"/>
          </a:xfrm>
        </p:grpSpPr>
        <p:sp>
          <p:nvSpPr>
            <p:cNvPr id="8" name="object 8"/>
            <p:cNvSpPr/>
            <p:nvPr/>
          </p:nvSpPr>
          <p:spPr>
            <a:xfrm>
              <a:off x="600074" y="3552824"/>
              <a:ext cx="4895850" cy="1304925"/>
            </a:xfrm>
            <a:custGeom>
              <a:avLst/>
              <a:gdLst/>
              <a:ahLst/>
              <a:cxnLst/>
              <a:rect l="l" t="t" r="r" b="b"/>
              <a:pathLst>
                <a:path w="4895850" h="1304925">
                  <a:moveTo>
                    <a:pt x="4848682" y="1304924"/>
                  </a:moveTo>
                  <a:lnTo>
                    <a:pt x="71196" y="1304924"/>
                  </a:lnTo>
                  <a:lnTo>
                    <a:pt x="66241" y="1304497"/>
                  </a:lnTo>
                  <a:lnTo>
                    <a:pt x="29705" y="1291255"/>
                  </a:lnTo>
                  <a:lnTo>
                    <a:pt x="3885" y="1259720"/>
                  </a:lnTo>
                  <a:lnTo>
                    <a:pt x="0" y="1242627"/>
                  </a:lnTo>
                  <a:lnTo>
                    <a:pt x="0" y="1238249"/>
                  </a:lnTo>
                  <a:lnTo>
                    <a:pt x="0" y="62297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848682" y="0"/>
                  </a:lnTo>
                  <a:lnTo>
                    <a:pt x="4883406" y="17129"/>
                  </a:lnTo>
                  <a:lnTo>
                    <a:pt x="4895849" y="47167"/>
                  </a:lnTo>
                  <a:lnTo>
                    <a:pt x="4895849" y="1257757"/>
                  </a:lnTo>
                  <a:lnTo>
                    <a:pt x="4878718" y="1292482"/>
                  </a:lnTo>
                  <a:lnTo>
                    <a:pt x="4851965" y="1304601"/>
                  </a:lnTo>
                  <a:lnTo>
                    <a:pt x="4848682" y="130492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913" y="3543311"/>
              <a:ext cx="4904740" cy="1323975"/>
            </a:xfrm>
            <a:custGeom>
              <a:avLst/>
              <a:gdLst/>
              <a:ahLst/>
              <a:cxnLst/>
              <a:rect l="l" t="t" r="r" b="b"/>
              <a:pathLst>
                <a:path w="4904740" h="1323975">
                  <a:moveTo>
                    <a:pt x="4904486" y="51828"/>
                  </a:moveTo>
                  <a:lnTo>
                    <a:pt x="4902962" y="44284"/>
                  </a:lnTo>
                  <a:lnTo>
                    <a:pt x="4896917" y="29679"/>
                  </a:lnTo>
                  <a:lnTo>
                    <a:pt x="4892586" y="23190"/>
                  </a:lnTo>
                  <a:lnTo>
                    <a:pt x="4887430" y="18046"/>
                  </a:lnTo>
                  <a:lnTo>
                    <a:pt x="4886960" y="17564"/>
                  </a:lnTo>
                  <a:lnTo>
                    <a:pt x="4881321" y="11938"/>
                  </a:lnTo>
                  <a:lnTo>
                    <a:pt x="4874831" y="7607"/>
                  </a:lnTo>
                  <a:lnTo>
                    <a:pt x="4859960" y="1447"/>
                  </a:lnTo>
                  <a:lnTo>
                    <a:pt x="4859769" y="1447"/>
                  </a:lnTo>
                  <a:lnTo>
                    <a:pt x="4852479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4851" y="47320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43"/>
                  </a:lnTo>
                  <a:lnTo>
                    <a:pt x="1092" y="61328"/>
                  </a:lnTo>
                  <a:lnTo>
                    <a:pt x="8826" y="47320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844516" y="19050"/>
                  </a:lnTo>
                  <a:lnTo>
                    <a:pt x="4873917" y="31559"/>
                  </a:lnTo>
                  <a:lnTo>
                    <a:pt x="4878730" y="37350"/>
                  </a:lnTo>
                  <a:lnTo>
                    <a:pt x="4882477" y="44284"/>
                  </a:lnTo>
                  <a:lnTo>
                    <a:pt x="4884725" y="51828"/>
                  </a:lnTo>
                  <a:lnTo>
                    <a:pt x="4884750" y="52044"/>
                  </a:lnTo>
                  <a:lnTo>
                    <a:pt x="4885474" y="60007"/>
                  </a:lnTo>
                  <a:lnTo>
                    <a:pt x="4885474" y="1263967"/>
                  </a:lnTo>
                  <a:lnTo>
                    <a:pt x="4884725" y="1272133"/>
                  </a:lnTo>
                  <a:lnTo>
                    <a:pt x="4882515" y="1279575"/>
                  </a:lnTo>
                  <a:lnTo>
                    <a:pt x="4878730" y="1286611"/>
                  </a:lnTo>
                  <a:lnTo>
                    <a:pt x="4873917" y="1292402"/>
                  </a:lnTo>
                  <a:lnTo>
                    <a:pt x="4873485" y="1292923"/>
                  </a:lnTo>
                  <a:lnTo>
                    <a:pt x="4867173" y="1298168"/>
                  </a:lnTo>
                  <a:lnTo>
                    <a:pt x="4860239" y="1301915"/>
                  </a:lnTo>
                  <a:lnTo>
                    <a:pt x="4852695" y="1304163"/>
                  </a:lnTo>
                  <a:lnTo>
                    <a:pt x="4844516" y="1304925"/>
                  </a:lnTo>
                  <a:lnTo>
                    <a:pt x="75349" y="1304925"/>
                  </a:lnTo>
                  <a:lnTo>
                    <a:pt x="33007" y="1295298"/>
                  </a:lnTo>
                  <a:lnTo>
                    <a:pt x="1092" y="1262634"/>
                  </a:lnTo>
                  <a:lnTo>
                    <a:pt x="0" y="1258519"/>
                  </a:lnTo>
                  <a:lnTo>
                    <a:pt x="609" y="1262634"/>
                  </a:lnTo>
                  <a:lnTo>
                    <a:pt x="21475" y="1301648"/>
                  </a:lnTo>
                  <a:lnTo>
                    <a:pt x="60490" y="1322514"/>
                  </a:lnTo>
                  <a:lnTo>
                    <a:pt x="75349" y="1323975"/>
                  </a:lnTo>
                  <a:lnTo>
                    <a:pt x="4852479" y="1323975"/>
                  </a:lnTo>
                  <a:lnTo>
                    <a:pt x="4859769" y="1322514"/>
                  </a:lnTo>
                  <a:lnTo>
                    <a:pt x="4859960" y="1322514"/>
                  </a:lnTo>
                  <a:lnTo>
                    <a:pt x="4874831" y="1316355"/>
                  </a:lnTo>
                  <a:lnTo>
                    <a:pt x="4881321" y="1312024"/>
                  </a:lnTo>
                  <a:lnTo>
                    <a:pt x="4886947" y="1306398"/>
                  </a:lnTo>
                  <a:lnTo>
                    <a:pt x="4892586" y="1300772"/>
                  </a:lnTo>
                  <a:lnTo>
                    <a:pt x="4896917" y="1294282"/>
                  </a:lnTo>
                  <a:lnTo>
                    <a:pt x="4903013" y="1279575"/>
                  </a:lnTo>
                  <a:lnTo>
                    <a:pt x="4904486" y="1272133"/>
                  </a:lnTo>
                  <a:lnTo>
                    <a:pt x="4904486" y="51828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1024" y="3543299"/>
              <a:ext cx="76200" cy="1323975"/>
            </a:xfrm>
            <a:custGeom>
              <a:avLst/>
              <a:gdLst/>
              <a:ahLst/>
              <a:cxnLst/>
              <a:rect l="l" t="t" r="r" b="b"/>
              <a:pathLst>
                <a:path w="76200" h="1323975">
                  <a:moveTo>
                    <a:pt x="76200" y="1323974"/>
                  </a:moveTo>
                  <a:lnTo>
                    <a:pt x="56067" y="1323974"/>
                  </a:lnTo>
                  <a:lnTo>
                    <a:pt x="52165" y="1323590"/>
                  </a:lnTo>
                  <a:lnTo>
                    <a:pt x="14789" y="1303612"/>
                  </a:lnTo>
                  <a:lnTo>
                    <a:pt x="0" y="1267907"/>
                  </a:lnTo>
                  <a:lnTo>
                    <a:pt x="0" y="1263967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5" y="384"/>
                  </a:lnTo>
                  <a:lnTo>
                    <a:pt x="76200" y="0"/>
                  </a:lnTo>
                  <a:lnTo>
                    <a:pt x="76200" y="1323974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87374" y="1522063"/>
            <a:ext cx="4452620" cy="3135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10" dirty="0">
                <a:solidFill>
                  <a:srgbClr val="532417"/>
                </a:solidFill>
                <a:latin typeface="Tahoma"/>
                <a:cs typeface="Tahoma"/>
              </a:rPr>
              <a:t>Smart</a:t>
            </a:r>
            <a:r>
              <a:rPr sz="1950" spc="-130" dirty="0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532417"/>
                </a:solidFill>
                <a:latin typeface="Tahoma"/>
                <a:cs typeface="Tahoma"/>
              </a:rPr>
              <a:t>Features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950">
              <a:latin typeface="Tahoma"/>
              <a:cs typeface="Tahoma"/>
            </a:endParaRPr>
          </a:p>
          <a:p>
            <a:pPr marL="259715">
              <a:lnSpc>
                <a:spcPct val="100000"/>
              </a:lnSpc>
            </a:pPr>
            <a:r>
              <a:rPr sz="1950" spc="60" dirty="0">
                <a:solidFill>
                  <a:srgbClr val="66534E"/>
                </a:solidFill>
                <a:latin typeface="Tahoma"/>
                <a:cs typeface="Tahoma"/>
              </a:rPr>
              <a:t>Auto-</a:t>
            </a:r>
            <a:r>
              <a:rPr sz="1950" spc="-35" dirty="0">
                <a:solidFill>
                  <a:srgbClr val="66534E"/>
                </a:solidFill>
                <a:latin typeface="Tahoma"/>
                <a:cs typeface="Tahoma"/>
              </a:rPr>
              <a:t>Refresh</a:t>
            </a:r>
            <a:r>
              <a:rPr sz="1950" spc="-10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Dashboard</a:t>
            </a:r>
            <a:endParaRPr sz="1950">
              <a:latin typeface="Tahoma"/>
              <a:cs typeface="Tahoma"/>
            </a:endParaRPr>
          </a:p>
          <a:p>
            <a:pPr marL="259715" marR="410845">
              <a:lnSpc>
                <a:spcPct val="111100"/>
              </a:lnSpc>
              <a:spcBef>
                <a:spcPts val="1305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Updates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automatically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—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no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manual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refresh needed.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350">
              <a:latin typeface="Verdana"/>
              <a:cs typeface="Verdana"/>
            </a:endParaRPr>
          </a:p>
          <a:p>
            <a:pPr marL="259715">
              <a:lnSpc>
                <a:spcPct val="100000"/>
              </a:lnSpc>
            </a:pP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Student</a:t>
            </a:r>
            <a:r>
              <a:rPr sz="1950" spc="3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Activity</a:t>
            </a:r>
            <a:r>
              <a:rPr sz="1950" spc="3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Summary</a:t>
            </a:r>
            <a:endParaRPr sz="1950">
              <a:latin typeface="Tahoma"/>
              <a:cs typeface="Tahoma"/>
            </a:endParaRPr>
          </a:p>
          <a:p>
            <a:pPr marL="259715" marR="5080">
              <a:lnSpc>
                <a:spcPct val="106500"/>
              </a:lnSpc>
              <a:spcBef>
                <a:spcPts val="1455"/>
              </a:spcBef>
            </a:pP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Per-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</a:t>
            </a:r>
            <a:r>
              <a:rPr sz="1350" spc="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breakdown</a:t>
            </a:r>
            <a:r>
              <a:rPr sz="1350" spc="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of</a:t>
            </a:r>
            <a:r>
              <a:rPr sz="1350" spc="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engagement</a:t>
            </a:r>
            <a:r>
              <a:rPr sz="1350" spc="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over</a:t>
            </a:r>
            <a:r>
              <a:rPr sz="1350" spc="4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the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session.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1024" y="5038724"/>
            <a:ext cx="4924425" cy="1314450"/>
            <a:chOff x="581024" y="5038724"/>
            <a:chExt cx="4924425" cy="1314450"/>
          </a:xfrm>
        </p:grpSpPr>
        <p:sp>
          <p:nvSpPr>
            <p:cNvPr id="13" name="object 13"/>
            <p:cNvSpPr/>
            <p:nvPr/>
          </p:nvSpPr>
          <p:spPr>
            <a:xfrm>
              <a:off x="600074" y="5048249"/>
              <a:ext cx="4895850" cy="1295400"/>
            </a:xfrm>
            <a:custGeom>
              <a:avLst/>
              <a:gdLst/>
              <a:ahLst/>
              <a:cxnLst/>
              <a:rect l="l" t="t" r="r" b="b"/>
              <a:pathLst>
                <a:path w="4895850" h="1295400">
                  <a:moveTo>
                    <a:pt x="4848682" y="1295399"/>
                  </a:moveTo>
                  <a:lnTo>
                    <a:pt x="71196" y="1295399"/>
                  </a:lnTo>
                  <a:lnTo>
                    <a:pt x="66241" y="1294972"/>
                  </a:lnTo>
                  <a:lnTo>
                    <a:pt x="29705" y="1281730"/>
                  </a:lnTo>
                  <a:lnTo>
                    <a:pt x="3885" y="1250195"/>
                  </a:lnTo>
                  <a:lnTo>
                    <a:pt x="0" y="1233103"/>
                  </a:lnTo>
                  <a:lnTo>
                    <a:pt x="0" y="1228724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848682" y="0"/>
                  </a:lnTo>
                  <a:lnTo>
                    <a:pt x="4883406" y="17129"/>
                  </a:lnTo>
                  <a:lnTo>
                    <a:pt x="4895849" y="47167"/>
                  </a:lnTo>
                  <a:lnTo>
                    <a:pt x="4895849" y="1248231"/>
                  </a:lnTo>
                  <a:lnTo>
                    <a:pt x="4878718" y="1282957"/>
                  </a:lnTo>
                  <a:lnTo>
                    <a:pt x="4851965" y="1295076"/>
                  </a:lnTo>
                  <a:lnTo>
                    <a:pt x="4848682" y="1295399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0913" y="5038737"/>
              <a:ext cx="4904740" cy="1314450"/>
            </a:xfrm>
            <a:custGeom>
              <a:avLst/>
              <a:gdLst/>
              <a:ahLst/>
              <a:cxnLst/>
              <a:rect l="l" t="t" r="r" b="b"/>
              <a:pathLst>
                <a:path w="4904740" h="1314450">
                  <a:moveTo>
                    <a:pt x="4904486" y="51828"/>
                  </a:moveTo>
                  <a:lnTo>
                    <a:pt x="4902962" y="44284"/>
                  </a:lnTo>
                  <a:lnTo>
                    <a:pt x="4896917" y="29679"/>
                  </a:lnTo>
                  <a:lnTo>
                    <a:pt x="4892586" y="23190"/>
                  </a:lnTo>
                  <a:lnTo>
                    <a:pt x="4887430" y="18046"/>
                  </a:lnTo>
                  <a:lnTo>
                    <a:pt x="4886960" y="17564"/>
                  </a:lnTo>
                  <a:lnTo>
                    <a:pt x="4881321" y="11938"/>
                  </a:lnTo>
                  <a:lnTo>
                    <a:pt x="4874831" y="7607"/>
                  </a:lnTo>
                  <a:lnTo>
                    <a:pt x="4859960" y="1447"/>
                  </a:lnTo>
                  <a:lnTo>
                    <a:pt x="4859769" y="1447"/>
                  </a:lnTo>
                  <a:lnTo>
                    <a:pt x="4852479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4851" y="47320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43"/>
                  </a:lnTo>
                  <a:lnTo>
                    <a:pt x="1092" y="61328"/>
                  </a:lnTo>
                  <a:lnTo>
                    <a:pt x="8826" y="47320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844516" y="19050"/>
                  </a:lnTo>
                  <a:lnTo>
                    <a:pt x="4873917" y="31559"/>
                  </a:lnTo>
                  <a:lnTo>
                    <a:pt x="4878730" y="37350"/>
                  </a:lnTo>
                  <a:lnTo>
                    <a:pt x="4882477" y="44284"/>
                  </a:lnTo>
                  <a:lnTo>
                    <a:pt x="4884725" y="51828"/>
                  </a:lnTo>
                  <a:lnTo>
                    <a:pt x="4884750" y="52044"/>
                  </a:lnTo>
                  <a:lnTo>
                    <a:pt x="4885474" y="60007"/>
                  </a:lnTo>
                  <a:lnTo>
                    <a:pt x="4885474" y="1254442"/>
                  </a:lnTo>
                  <a:lnTo>
                    <a:pt x="4884725" y="1262608"/>
                  </a:lnTo>
                  <a:lnTo>
                    <a:pt x="4882515" y="1270050"/>
                  </a:lnTo>
                  <a:lnTo>
                    <a:pt x="4878730" y="1277086"/>
                  </a:lnTo>
                  <a:lnTo>
                    <a:pt x="4873917" y="1282877"/>
                  </a:lnTo>
                  <a:lnTo>
                    <a:pt x="4873485" y="1283398"/>
                  </a:lnTo>
                  <a:lnTo>
                    <a:pt x="4867173" y="1288643"/>
                  </a:lnTo>
                  <a:lnTo>
                    <a:pt x="4860239" y="1292390"/>
                  </a:lnTo>
                  <a:lnTo>
                    <a:pt x="4852695" y="1294638"/>
                  </a:lnTo>
                  <a:lnTo>
                    <a:pt x="4844516" y="1295400"/>
                  </a:lnTo>
                  <a:lnTo>
                    <a:pt x="75349" y="1295400"/>
                  </a:lnTo>
                  <a:lnTo>
                    <a:pt x="33007" y="1285773"/>
                  </a:lnTo>
                  <a:lnTo>
                    <a:pt x="1092" y="1253109"/>
                  </a:lnTo>
                  <a:lnTo>
                    <a:pt x="0" y="1248994"/>
                  </a:lnTo>
                  <a:lnTo>
                    <a:pt x="609" y="1253109"/>
                  </a:lnTo>
                  <a:lnTo>
                    <a:pt x="21475" y="1292123"/>
                  </a:lnTo>
                  <a:lnTo>
                    <a:pt x="60490" y="1312989"/>
                  </a:lnTo>
                  <a:lnTo>
                    <a:pt x="75349" y="1314450"/>
                  </a:lnTo>
                  <a:lnTo>
                    <a:pt x="4852479" y="1314450"/>
                  </a:lnTo>
                  <a:lnTo>
                    <a:pt x="4859769" y="1312989"/>
                  </a:lnTo>
                  <a:lnTo>
                    <a:pt x="4859960" y="1312989"/>
                  </a:lnTo>
                  <a:lnTo>
                    <a:pt x="4874831" y="1306830"/>
                  </a:lnTo>
                  <a:lnTo>
                    <a:pt x="4881321" y="1302499"/>
                  </a:lnTo>
                  <a:lnTo>
                    <a:pt x="4886947" y="1296873"/>
                  </a:lnTo>
                  <a:lnTo>
                    <a:pt x="4892586" y="1291247"/>
                  </a:lnTo>
                  <a:lnTo>
                    <a:pt x="4896917" y="1284757"/>
                  </a:lnTo>
                  <a:lnTo>
                    <a:pt x="4903013" y="1270050"/>
                  </a:lnTo>
                  <a:lnTo>
                    <a:pt x="4904486" y="1262608"/>
                  </a:lnTo>
                  <a:lnTo>
                    <a:pt x="4904486" y="51828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1024" y="5038724"/>
              <a:ext cx="76200" cy="1314450"/>
            </a:xfrm>
            <a:custGeom>
              <a:avLst/>
              <a:gdLst/>
              <a:ahLst/>
              <a:cxnLst/>
              <a:rect l="l" t="t" r="r" b="b"/>
              <a:pathLst>
                <a:path w="76200" h="1314450">
                  <a:moveTo>
                    <a:pt x="76200" y="1314449"/>
                  </a:moveTo>
                  <a:lnTo>
                    <a:pt x="33403" y="1308373"/>
                  </a:lnTo>
                  <a:lnTo>
                    <a:pt x="6075" y="1281045"/>
                  </a:lnTo>
                  <a:lnTo>
                    <a:pt x="0" y="1258382"/>
                  </a:lnTo>
                  <a:lnTo>
                    <a:pt x="0" y="1254442"/>
                  </a:lnTo>
                  <a:lnTo>
                    <a:pt x="0" y="56066"/>
                  </a:lnTo>
                  <a:lnTo>
                    <a:pt x="14789" y="20362"/>
                  </a:lnTo>
                  <a:lnTo>
                    <a:pt x="52165" y="384"/>
                  </a:lnTo>
                  <a:lnTo>
                    <a:pt x="56067" y="0"/>
                  </a:lnTo>
                  <a:lnTo>
                    <a:pt x="76200" y="0"/>
                  </a:lnTo>
                  <a:lnTo>
                    <a:pt x="76200" y="1314449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35025" y="5208237"/>
            <a:ext cx="4131310" cy="944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20" dirty="0">
                <a:solidFill>
                  <a:srgbClr val="66534E"/>
                </a:solidFill>
                <a:latin typeface="Tahoma"/>
                <a:cs typeface="Tahoma"/>
              </a:rPr>
              <a:t>Behavioral</a:t>
            </a:r>
            <a:r>
              <a:rPr sz="1950" spc="-6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Alerts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1305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Notifies</a:t>
            </a:r>
            <a:r>
              <a:rPr sz="1350" spc="-8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faculty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50" dirty="0">
                <a:solidFill>
                  <a:srgbClr val="66534E"/>
                </a:solidFill>
                <a:latin typeface="Verdana"/>
                <a:cs typeface="Verdana"/>
              </a:rPr>
              <a:t>when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1350" spc="-8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is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idle</a:t>
            </a:r>
            <a:r>
              <a:rPr sz="1350" spc="-8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or</a:t>
            </a:r>
            <a:r>
              <a:rPr sz="1350" spc="-8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off-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task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beyond</a:t>
            </a:r>
            <a:r>
              <a:rPr sz="1350" spc="-6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threshold.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915024" y="2057399"/>
            <a:ext cx="4924425" cy="1095375"/>
            <a:chOff x="5915024" y="2057399"/>
            <a:chExt cx="4924425" cy="1095375"/>
          </a:xfrm>
        </p:grpSpPr>
        <p:sp>
          <p:nvSpPr>
            <p:cNvPr id="18" name="object 18"/>
            <p:cNvSpPr/>
            <p:nvPr/>
          </p:nvSpPr>
          <p:spPr>
            <a:xfrm>
              <a:off x="5934074" y="2066924"/>
              <a:ext cx="4895850" cy="1076325"/>
            </a:xfrm>
            <a:custGeom>
              <a:avLst/>
              <a:gdLst/>
              <a:ahLst/>
              <a:cxnLst/>
              <a:rect l="l" t="t" r="r" b="b"/>
              <a:pathLst>
                <a:path w="4895850" h="1076325">
                  <a:moveTo>
                    <a:pt x="4848682" y="1076324"/>
                  </a:moveTo>
                  <a:lnTo>
                    <a:pt x="71196" y="1076324"/>
                  </a:lnTo>
                  <a:lnTo>
                    <a:pt x="66241" y="1075897"/>
                  </a:lnTo>
                  <a:lnTo>
                    <a:pt x="29706" y="1062655"/>
                  </a:lnTo>
                  <a:lnTo>
                    <a:pt x="3885" y="1031120"/>
                  </a:lnTo>
                  <a:lnTo>
                    <a:pt x="0" y="1014027"/>
                  </a:lnTo>
                  <a:lnTo>
                    <a:pt x="0" y="1009649"/>
                  </a:lnTo>
                  <a:lnTo>
                    <a:pt x="0" y="62296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848682" y="0"/>
                  </a:lnTo>
                  <a:lnTo>
                    <a:pt x="4883406" y="17129"/>
                  </a:lnTo>
                  <a:lnTo>
                    <a:pt x="4895850" y="47167"/>
                  </a:lnTo>
                  <a:lnTo>
                    <a:pt x="4895850" y="1029157"/>
                  </a:lnTo>
                  <a:lnTo>
                    <a:pt x="4878718" y="1063882"/>
                  </a:lnTo>
                  <a:lnTo>
                    <a:pt x="4851964" y="1076001"/>
                  </a:lnTo>
                  <a:lnTo>
                    <a:pt x="4848682" y="107632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34913" y="2057411"/>
              <a:ext cx="4904740" cy="1095375"/>
            </a:xfrm>
            <a:custGeom>
              <a:avLst/>
              <a:gdLst/>
              <a:ahLst/>
              <a:cxnLst/>
              <a:rect l="l" t="t" r="r" b="b"/>
              <a:pathLst>
                <a:path w="4904740" h="1095375">
                  <a:moveTo>
                    <a:pt x="4904486" y="51828"/>
                  </a:moveTo>
                  <a:lnTo>
                    <a:pt x="4902962" y="44284"/>
                  </a:lnTo>
                  <a:lnTo>
                    <a:pt x="4896917" y="29679"/>
                  </a:lnTo>
                  <a:lnTo>
                    <a:pt x="4892586" y="23190"/>
                  </a:lnTo>
                  <a:lnTo>
                    <a:pt x="4887430" y="18046"/>
                  </a:lnTo>
                  <a:lnTo>
                    <a:pt x="4886960" y="17576"/>
                  </a:lnTo>
                  <a:lnTo>
                    <a:pt x="4881321" y="11938"/>
                  </a:lnTo>
                  <a:lnTo>
                    <a:pt x="4874831" y="7607"/>
                  </a:lnTo>
                  <a:lnTo>
                    <a:pt x="4859960" y="1447"/>
                  </a:lnTo>
                  <a:lnTo>
                    <a:pt x="4859769" y="1447"/>
                  </a:lnTo>
                  <a:lnTo>
                    <a:pt x="4852479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4851" y="47320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43"/>
                  </a:lnTo>
                  <a:lnTo>
                    <a:pt x="1092" y="61328"/>
                  </a:lnTo>
                  <a:lnTo>
                    <a:pt x="8826" y="47320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844516" y="19050"/>
                  </a:lnTo>
                  <a:lnTo>
                    <a:pt x="4873917" y="31559"/>
                  </a:lnTo>
                  <a:lnTo>
                    <a:pt x="4878730" y="37350"/>
                  </a:lnTo>
                  <a:lnTo>
                    <a:pt x="4882477" y="44284"/>
                  </a:lnTo>
                  <a:lnTo>
                    <a:pt x="4884725" y="51828"/>
                  </a:lnTo>
                  <a:lnTo>
                    <a:pt x="4884750" y="52044"/>
                  </a:lnTo>
                  <a:lnTo>
                    <a:pt x="4885474" y="60007"/>
                  </a:lnTo>
                  <a:lnTo>
                    <a:pt x="4885474" y="1035367"/>
                  </a:lnTo>
                  <a:lnTo>
                    <a:pt x="4884725" y="1043533"/>
                  </a:lnTo>
                  <a:lnTo>
                    <a:pt x="4882515" y="1050975"/>
                  </a:lnTo>
                  <a:lnTo>
                    <a:pt x="4878730" y="1058011"/>
                  </a:lnTo>
                  <a:lnTo>
                    <a:pt x="4873917" y="1063802"/>
                  </a:lnTo>
                  <a:lnTo>
                    <a:pt x="4873485" y="1064323"/>
                  </a:lnTo>
                  <a:lnTo>
                    <a:pt x="4867173" y="1069568"/>
                  </a:lnTo>
                  <a:lnTo>
                    <a:pt x="4860239" y="1073315"/>
                  </a:lnTo>
                  <a:lnTo>
                    <a:pt x="4852695" y="1075563"/>
                  </a:lnTo>
                  <a:lnTo>
                    <a:pt x="4844516" y="1076325"/>
                  </a:lnTo>
                  <a:lnTo>
                    <a:pt x="75349" y="1076325"/>
                  </a:lnTo>
                  <a:lnTo>
                    <a:pt x="33007" y="1066698"/>
                  </a:lnTo>
                  <a:lnTo>
                    <a:pt x="1092" y="1034034"/>
                  </a:lnTo>
                  <a:lnTo>
                    <a:pt x="0" y="1029919"/>
                  </a:lnTo>
                  <a:lnTo>
                    <a:pt x="609" y="1034034"/>
                  </a:lnTo>
                  <a:lnTo>
                    <a:pt x="21475" y="1073048"/>
                  </a:lnTo>
                  <a:lnTo>
                    <a:pt x="60490" y="1093914"/>
                  </a:lnTo>
                  <a:lnTo>
                    <a:pt x="75349" y="1095375"/>
                  </a:lnTo>
                  <a:lnTo>
                    <a:pt x="4852479" y="1095375"/>
                  </a:lnTo>
                  <a:lnTo>
                    <a:pt x="4859769" y="1093914"/>
                  </a:lnTo>
                  <a:lnTo>
                    <a:pt x="4859960" y="1093914"/>
                  </a:lnTo>
                  <a:lnTo>
                    <a:pt x="4874831" y="1087755"/>
                  </a:lnTo>
                  <a:lnTo>
                    <a:pt x="4881321" y="1083424"/>
                  </a:lnTo>
                  <a:lnTo>
                    <a:pt x="4886947" y="1077798"/>
                  </a:lnTo>
                  <a:lnTo>
                    <a:pt x="4887430" y="1077315"/>
                  </a:lnTo>
                  <a:lnTo>
                    <a:pt x="4892586" y="1072172"/>
                  </a:lnTo>
                  <a:lnTo>
                    <a:pt x="4896917" y="1065682"/>
                  </a:lnTo>
                  <a:lnTo>
                    <a:pt x="4903000" y="1050975"/>
                  </a:lnTo>
                  <a:lnTo>
                    <a:pt x="4904486" y="1043533"/>
                  </a:lnTo>
                  <a:lnTo>
                    <a:pt x="4904486" y="51828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15024" y="2057399"/>
              <a:ext cx="76200" cy="1095375"/>
            </a:xfrm>
            <a:custGeom>
              <a:avLst/>
              <a:gdLst/>
              <a:ahLst/>
              <a:cxnLst/>
              <a:rect l="l" t="t" r="r" b="b"/>
              <a:pathLst>
                <a:path w="76200" h="1095375">
                  <a:moveTo>
                    <a:pt x="76199" y="1095374"/>
                  </a:moveTo>
                  <a:lnTo>
                    <a:pt x="33402" y="1089298"/>
                  </a:lnTo>
                  <a:lnTo>
                    <a:pt x="6074" y="1061970"/>
                  </a:lnTo>
                  <a:lnTo>
                    <a:pt x="0" y="1039307"/>
                  </a:lnTo>
                  <a:lnTo>
                    <a:pt x="0" y="1035367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4" y="384"/>
                  </a:lnTo>
                  <a:lnTo>
                    <a:pt x="56067" y="0"/>
                  </a:lnTo>
                  <a:lnTo>
                    <a:pt x="76199" y="0"/>
                  </a:lnTo>
                  <a:lnTo>
                    <a:pt x="76199" y="1095374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920928" y="1522063"/>
            <a:ext cx="4643755" cy="1421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solidFill>
                  <a:srgbClr val="532417"/>
                </a:solidFill>
                <a:latin typeface="Tahoma"/>
                <a:cs typeface="Tahoma"/>
              </a:rPr>
              <a:t>Advanced</a:t>
            </a:r>
            <a:r>
              <a:rPr sz="1950" spc="125" dirty="0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532417"/>
                </a:solidFill>
                <a:latin typeface="Tahoma"/>
                <a:cs typeface="Tahoma"/>
              </a:rPr>
              <a:t>Features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950">
              <a:latin typeface="Tahoma"/>
              <a:cs typeface="Tahoma"/>
            </a:endParaRPr>
          </a:p>
          <a:p>
            <a:pPr marL="259715">
              <a:lnSpc>
                <a:spcPct val="100000"/>
              </a:lnSpc>
            </a:pPr>
            <a:r>
              <a:rPr sz="1950" spc="-60" dirty="0">
                <a:solidFill>
                  <a:srgbClr val="66534E"/>
                </a:solidFill>
                <a:latin typeface="Tahoma"/>
                <a:cs typeface="Tahoma"/>
              </a:rPr>
              <a:t>Class-</a:t>
            </a:r>
            <a:r>
              <a:rPr sz="1950" spc="-25" dirty="0">
                <a:solidFill>
                  <a:srgbClr val="66534E"/>
                </a:solidFill>
                <a:latin typeface="Tahoma"/>
                <a:cs typeface="Tahoma"/>
              </a:rPr>
              <a:t>Level</a:t>
            </a:r>
            <a:r>
              <a:rPr sz="1950" spc="-6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Analytics</a:t>
            </a:r>
            <a:endParaRPr sz="1950">
              <a:latin typeface="Tahoma"/>
              <a:cs typeface="Tahoma"/>
            </a:endParaRPr>
          </a:p>
          <a:p>
            <a:pPr marL="259715">
              <a:lnSpc>
                <a:spcPct val="100000"/>
              </a:lnSpc>
              <a:spcBef>
                <a:spcPts val="1485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Percentage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of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active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students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across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entire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lab.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915024" y="3324224"/>
            <a:ext cx="4924425" cy="1314450"/>
            <a:chOff x="5915024" y="3324224"/>
            <a:chExt cx="4924425" cy="1314450"/>
          </a:xfrm>
        </p:grpSpPr>
        <p:sp>
          <p:nvSpPr>
            <p:cNvPr id="23" name="object 23"/>
            <p:cNvSpPr/>
            <p:nvPr/>
          </p:nvSpPr>
          <p:spPr>
            <a:xfrm>
              <a:off x="5934074" y="3333749"/>
              <a:ext cx="4895850" cy="1295400"/>
            </a:xfrm>
            <a:custGeom>
              <a:avLst/>
              <a:gdLst/>
              <a:ahLst/>
              <a:cxnLst/>
              <a:rect l="l" t="t" r="r" b="b"/>
              <a:pathLst>
                <a:path w="4895850" h="1295400">
                  <a:moveTo>
                    <a:pt x="4848682" y="1295399"/>
                  </a:moveTo>
                  <a:lnTo>
                    <a:pt x="71196" y="1295399"/>
                  </a:lnTo>
                  <a:lnTo>
                    <a:pt x="66241" y="1294972"/>
                  </a:lnTo>
                  <a:lnTo>
                    <a:pt x="29706" y="1281730"/>
                  </a:lnTo>
                  <a:lnTo>
                    <a:pt x="3885" y="1250194"/>
                  </a:lnTo>
                  <a:lnTo>
                    <a:pt x="0" y="1233102"/>
                  </a:lnTo>
                  <a:lnTo>
                    <a:pt x="0" y="1228724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848682" y="0"/>
                  </a:lnTo>
                  <a:lnTo>
                    <a:pt x="4883406" y="17128"/>
                  </a:lnTo>
                  <a:lnTo>
                    <a:pt x="4895850" y="47167"/>
                  </a:lnTo>
                  <a:lnTo>
                    <a:pt x="4895850" y="1248231"/>
                  </a:lnTo>
                  <a:lnTo>
                    <a:pt x="4878718" y="1282957"/>
                  </a:lnTo>
                  <a:lnTo>
                    <a:pt x="4851964" y="1295075"/>
                  </a:lnTo>
                  <a:lnTo>
                    <a:pt x="4848682" y="1295399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34913" y="3324236"/>
              <a:ext cx="4904740" cy="1314450"/>
            </a:xfrm>
            <a:custGeom>
              <a:avLst/>
              <a:gdLst/>
              <a:ahLst/>
              <a:cxnLst/>
              <a:rect l="l" t="t" r="r" b="b"/>
              <a:pathLst>
                <a:path w="4904740" h="1314450">
                  <a:moveTo>
                    <a:pt x="4904486" y="51828"/>
                  </a:moveTo>
                  <a:lnTo>
                    <a:pt x="4902962" y="44272"/>
                  </a:lnTo>
                  <a:lnTo>
                    <a:pt x="4896917" y="29679"/>
                  </a:lnTo>
                  <a:lnTo>
                    <a:pt x="4892586" y="23190"/>
                  </a:lnTo>
                  <a:lnTo>
                    <a:pt x="4887430" y="18046"/>
                  </a:lnTo>
                  <a:lnTo>
                    <a:pt x="4886960" y="17576"/>
                  </a:lnTo>
                  <a:lnTo>
                    <a:pt x="4881321" y="11938"/>
                  </a:lnTo>
                  <a:lnTo>
                    <a:pt x="4874831" y="7607"/>
                  </a:lnTo>
                  <a:lnTo>
                    <a:pt x="4859960" y="1447"/>
                  </a:lnTo>
                  <a:lnTo>
                    <a:pt x="4859769" y="1447"/>
                  </a:lnTo>
                  <a:lnTo>
                    <a:pt x="4852479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4851" y="47320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43"/>
                  </a:lnTo>
                  <a:lnTo>
                    <a:pt x="1092" y="61328"/>
                  </a:lnTo>
                  <a:lnTo>
                    <a:pt x="8826" y="47320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844516" y="19050"/>
                  </a:lnTo>
                  <a:lnTo>
                    <a:pt x="4873917" y="31559"/>
                  </a:lnTo>
                  <a:lnTo>
                    <a:pt x="4878730" y="37350"/>
                  </a:lnTo>
                  <a:lnTo>
                    <a:pt x="4882477" y="44272"/>
                  </a:lnTo>
                  <a:lnTo>
                    <a:pt x="4884725" y="51828"/>
                  </a:lnTo>
                  <a:lnTo>
                    <a:pt x="4884750" y="52044"/>
                  </a:lnTo>
                  <a:lnTo>
                    <a:pt x="4885474" y="60007"/>
                  </a:lnTo>
                  <a:lnTo>
                    <a:pt x="4885474" y="1254442"/>
                  </a:lnTo>
                  <a:lnTo>
                    <a:pt x="4884725" y="1262608"/>
                  </a:lnTo>
                  <a:lnTo>
                    <a:pt x="4882515" y="1270050"/>
                  </a:lnTo>
                  <a:lnTo>
                    <a:pt x="4878730" y="1277086"/>
                  </a:lnTo>
                  <a:lnTo>
                    <a:pt x="4873917" y="1282877"/>
                  </a:lnTo>
                  <a:lnTo>
                    <a:pt x="4873485" y="1283398"/>
                  </a:lnTo>
                  <a:lnTo>
                    <a:pt x="4867173" y="1288643"/>
                  </a:lnTo>
                  <a:lnTo>
                    <a:pt x="4860239" y="1292390"/>
                  </a:lnTo>
                  <a:lnTo>
                    <a:pt x="4852695" y="1294638"/>
                  </a:lnTo>
                  <a:lnTo>
                    <a:pt x="4844516" y="1295400"/>
                  </a:lnTo>
                  <a:lnTo>
                    <a:pt x="75349" y="1295400"/>
                  </a:lnTo>
                  <a:lnTo>
                    <a:pt x="33007" y="1285773"/>
                  </a:lnTo>
                  <a:lnTo>
                    <a:pt x="1092" y="1253109"/>
                  </a:lnTo>
                  <a:lnTo>
                    <a:pt x="0" y="1248994"/>
                  </a:lnTo>
                  <a:lnTo>
                    <a:pt x="609" y="1253109"/>
                  </a:lnTo>
                  <a:lnTo>
                    <a:pt x="21475" y="1292123"/>
                  </a:lnTo>
                  <a:lnTo>
                    <a:pt x="60490" y="1312989"/>
                  </a:lnTo>
                  <a:lnTo>
                    <a:pt x="75349" y="1314450"/>
                  </a:lnTo>
                  <a:lnTo>
                    <a:pt x="4852479" y="1314450"/>
                  </a:lnTo>
                  <a:lnTo>
                    <a:pt x="4859769" y="1312989"/>
                  </a:lnTo>
                  <a:lnTo>
                    <a:pt x="4859960" y="1312989"/>
                  </a:lnTo>
                  <a:lnTo>
                    <a:pt x="4874831" y="1306830"/>
                  </a:lnTo>
                  <a:lnTo>
                    <a:pt x="4881321" y="1302499"/>
                  </a:lnTo>
                  <a:lnTo>
                    <a:pt x="4886947" y="1296873"/>
                  </a:lnTo>
                  <a:lnTo>
                    <a:pt x="4887430" y="1296390"/>
                  </a:lnTo>
                  <a:lnTo>
                    <a:pt x="4892586" y="1291247"/>
                  </a:lnTo>
                  <a:lnTo>
                    <a:pt x="4896917" y="1284757"/>
                  </a:lnTo>
                  <a:lnTo>
                    <a:pt x="4903000" y="1270050"/>
                  </a:lnTo>
                  <a:lnTo>
                    <a:pt x="4904486" y="1262608"/>
                  </a:lnTo>
                  <a:lnTo>
                    <a:pt x="4904486" y="51828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15024" y="3324224"/>
              <a:ext cx="76200" cy="1314450"/>
            </a:xfrm>
            <a:custGeom>
              <a:avLst/>
              <a:gdLst/>
              <a:ahLst/>
              <a:cxnLst/>
              <a:rect l="l" t="t" r="r" b="b"/>
              <a:pathLst>
                <a:path w="76200" h="1314450">
                  <a:moveTo>
                    <a:pt x="76199" y="1314449"/>
                  </a:moveTo>
                  <a:lnTo>
                    <a:pt x="33402" y="1308373"/>
                  </a:lnTo>
                  <a:lnTo>
                    <a:pt x="6074" y="1281045"/>
                  </a:lnTo>
                  <a:lnTo>
                    <a:pt x="0" y="1258382"/>
                  </a:lnTo>
                  <a:lnTo>
                    <a:pt x="0" y="1254442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4" y="384"/>
                  </a:lnTo>
                  <a:lnTo>
                    <a:pt x="56067" y="0"/>
                  </a:lnTo>
                  <a:lnTo>
                    <a:pt x="76199" y="0"/>
                  </a:lnTo>
                  <a:lnTo>
                    <a:pt x="76199" y="1314449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168578" y="3493738"/>
            <a:ext cx="4137660" cy="944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Historical</a:t>
            </a:r>
            <a:r>
              <a:rPr sz="1950" spc="-1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Trends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1305"/>
              </a:spcBef>
            </a:pP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Track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 engagement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patterns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across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sessions</a:t>
            </a:r>
            <a:r>
              <a:rPr sz="1350" spc="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and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semesters.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915024" y="4810124"/>
            <a:ext cx="4924425" cy="1323975"/>
            <a:chOff x="5915024" y="4810124"/>
            <a:chExt cx="4924425" cy="1323975"/>
          </a:xfrm>
        </p:grpSpPr>
        <p:sp>
          <p:nvSpPr>
            <p:cNvPr id="28" name="object 28"/>
            <p:cNvSpPr/>
            <p:nvPr/>
          </p:nvSpPr>
          <p:spPr>
            <a:xfrm>
              <a:off x="5934074" y="4819649"/>
              <a:ext cx="4895850" cy="1304925"/>
            </a:xfrm>
            <a:custGeom>
              <a:avLst/>
              <a:gdLst/>
              <a:ahLst/>
              <a:cxnLst/>
              <a:rect l="l" t="t" r="r" b="b"/>
              <a:pathLst>
                <a:path w="4895850" h="1304925">
                  <a:moveTo>
                    <a:pt x="4848682" y="1304924"/>
                  </a:moveTo>
                  <a:lnTo>
                    <a:pt x="71196" y="1304924"/>
                  </a:lnTo>
                  <a:lnTo>
                    <a:pt x="66241" y="1304497"/>
                  </a:lnTo>
                  <a:lnTo>
                    <a:pt x="29706" y="1291254"/>
                  </a:lnTo>
                  <a:lnTo>
                    <a:pt x="3885" y="1259720"/>
                  </a:lnTo>
                  <a:lnTo>
                    <a:pt x="0" y="1242627"/>
                  </a:lnTo>
                  <a:lnTo>
                    <a:pt x="0" y="1238249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848682" y="0"/>
                  </a:lnTo>
                  <a:lnTo>
                    <a:pt x="4883406" y="17129"/>
                  </a:lnTo>
                  <a:lnTo>
                    <a:pt x="4895850" y="47167"/>
                  </a:lnTo>
                  <a:lnTo>
                    <a:pt x="4895850" y="1257756"/>
                  </a:lnTo>
                  <a:lnTo>
                    <a:pt x="4878718" y="1292482"/>
                  </a:lnTo>
                  <a:lnTo>
                    <a:pt x="4851964" y="1304601"/>
                  </a:lnTo>
                  <a:lnTo>
                    <a:pt x="4848682" y="130492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34913" y="4810137"/>
              <a:ext cx="4904740" cy="1323975"/>
            </a:xfrm>
            <a:custGeom>
              <a:avLst/>
              <a:gdLst/>
              <a:ahLst/>
              <a:cxnLst/>
              <a:rect l="l" t="t" r="r" b="b"/>
              <a:pathLst>
                <a:path w="4904740" h="1323975">
                  <a:moveTo>
                    <a:pt x="4904486" y="51828"/>
                  </a:moveTo>
                  <a:lnTo>
                    <a:pt x="4902962" y="44272"/>
                  </a:lnTo>
                  <a:lnTo>
                    <a:pt x="4896917" y="29679"/>
                  </a:lnTo>
                  <a:lnTo>
                    <a:pt x="4892586" y="23190"/>
                  </a:lnTo>
                  <a:lnTo>
                    <a:pt x="4887430" y="18046"/>
                  </a:lnTo>
                  <a:lnTo>
                    <a:pt x="4886960" y="17564"/>
                  </a:lnTo>
                  <a:lnTo>
                    <a:pt x="4881321" y="11938"/>
                  </a:lnTo>
                  <a:lnTo>
                    <a:pt x="4874831" y="7607"/>
                  </a:lnTo>
                  <a:lnTo>
                    <a:pt x="4859960" y="1447"/>
                  </a:lnTo>
                  <a:lnTo>
                    <a:pt x="4859769" y="1447"/>
                  </a:lnTo>
                  <a:lnTo>
                    <a:pt x="4852479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4851" y="47320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43"/>
                  </a:lnTo>
                  <a:lnTo>
                    <a:pt x="1092" y="61328"/>
                  </a:lnTo>
                  <a:lnTo>
                    <a:pt x="8826" y="47320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844516" y="19050"/>
                  </a:lnTo>
                  <a:lnTo>
                    <a:pt x="4873917" y="31559"/>
                  </a:lnTo>
                  <a:lnTo>
                    <a:pt x="4878730" y="37350"/>
                  </a:lnTo>
                  <a:lnTo>
                    <a:pt x="4882477" y="44272"/>
                  </a:lnTo>
                  <a:lnTo>
                    <a:pt x="4884725" y="51828"/>
                  </a:lnTo>
                  <a:lnTo>
                    <a:pt x="4884750" y="52044"/>
                  </a:lnTo>
                  <a:lnTo>
                    <a:pt x="4885474" y="60007"/>
                  </a:lnTo>
                  <a:lnTo>
                    <a:pt x="4885474" y="1263967"/>
                  </a:lnTo>
                  <a:lnTo>
                    <a:pt x="4884725" y="1272133"/>
                  </a:lnTo>
                  <a:lnTo>
                    <a:pt x="4882515" y="1279575"/>
                  </a:lnTo>
                  <a:lnTo>
                    <a:pt x="4878730" y="1286611"/>
                  </a:lnTo>
                  <a:lnTo>
                    <a:pt x="4873917" y="1292402"/>
                  </a:lnTo>
                  <a:lnTo>
                    <a:pt x="4873485" y="1292923"/>
                  </a:lnTo>
                  <a:lnTo>
                    <a:pt x="4867173" y="1298168"/>
                  </a:lnTo>
                  <a:lnTo>
                    <a:pt x="4860239" y="1301915"/>
                  </a:lnTo>
                  <a:lnTo>
                    <a:pt x="4852695" y="1304163"/>
                  </a:lnTo>
                  <a:lnTo>
                    <a:pt x="4844516" y="1304925"/>
                  </a:lnTo>
                  <a:lnTo>
                    <a:pt x="75349" y="1304925"/>
                  </a:lnTo>
                  <a:lnTo>
                    <a:pt x="33007" y="1295298"/>
                  </a:lnTo>
                  <a:lnTo>
                    <a:pt x="1092" y="1262634"/>
                  </a:lnTo>
                  <a:lnTo>
                    <a:pt x="0" y="1258519"/>
                  </a:lnTo>
                  <a:lnTo>
                    <a:pt x="609" y="1262634"/>
                  </a:lnTo>
                  <a:lnTo>
                    <a:pt x="21475" y="1301648"/>
                  </a:lnTo>
                  <a:lnTo>
                    <a:pt x="60490" y="1322514"/>
                  </a:lnTo>
                  <a:lnTo>
                    <a:pt x="75349" y="1323975"/>
                  </a:lnTo>
                  <a:lnTo>
                    <a:pt x="4852479" y="1323975"/>
                  </a:lnTo>
                  <a:lnTo>
                    <a:pt x="4859769" y="1322514"/>
                  </a:lnTo>
                  <a:lnTo>
                    <a:pt x="4859960" y="1322514"/>
                  </a:lnTo>
                  <a:lnTo>
                    <a:pt x="4874831" y="1316355"/>
                  </a:lnTo>
                  <a:lnTo>
                    <a:pt x="4881321" y="1312024"/>
                  </a:lnTo>
                  <a:lnTo>
                    <a:pt x="4886947" y="1306398"/>
                  </a:lnTo>
                  <a:lnTo>
                    <a:pt x="4887430" y="1305915"/>
                  </a:lnTo>
                  <a:lnTo>
                    <a:pt x="4892586" y="1300759"/>
                  </a:lnTo>
                  <a:lnTo>
                    <a:pt x="4896917" y="1294282"/>
                  </a:lnTo>
                  <a:lnTo>
                    <a:pt x="4903000" y="1279575"/>
                  </a:lnTo>
                  <a:lnTo>
                    <a:pt x="4904486" y="1272133"/>
                  </a:lnTo>
                  <a:lnTo>
                    <a:pt x="4904486" y="51828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15024" y="4810124"/>
              <a:ext cx="76200" cy="1323975"/>
            </a:xfrm>
            <a:custGeom>
              <a:avLst/>
              <a:gdLst/>
              <a:ahLst/>
              <a:cxnLst/>
              <a:rect l="l" t="t" r="r" b="b"/>
              <a:pathLst>
                <a:path w="76200" h="1323975">
                  <a:moveTo>
                    <a:pt x="76199" y="1323974"/>
                  </a:moveTo>
                  <a:lnTo>
                    <a:pt x="56067" y="1323974"/>
                  </a:lnTo>
                  <a:lnTo>
                    <a:pt x="52164" y="1323590"/>
                  </a:lnTo>
                  <a:lnTo>
                    <a:pt x="14789" y="1303612"/>
                  </a:lnTo>
                  <a:lnTo>
                    <a:pt x="0" y="1267907"/>
                  </a:lnTo>
                  <a:lnTo>
                    <a:pt x="0" y="1263967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4" y="384"/>
                  </a:lnTo>
                  <a:lnTo>
                    <a:pt x="56067" y="0"/>
                  </a:lnTo>
                  <a:lnTo>
                    <a:pt x="76199" y="0"/>
                  </a:lnTo>
                  <a:lnTo>
                    <a:pt x="76199" y="1323974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68578" y="4979637"/>
            <a:ext cx="4138295" cy="944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Role-</a:t>
            </a:r>
            <a:r>
              <a:rPr sz="1950" spc="-50" dirty="0">
                <a:solidFill>
                  <a:srgbClr val="66534E"/>
                </a:solidFill>
                <a:latin typeface="Tahoma"/>
                <a:cs typeface="Tahoma"/>
              </a:rPr>
              <a:t>Based</a:t>
            </a:r>
            <a:r>
              <a:rPr sz="1950" spc="-4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Access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1455"/>
              </a:spcBef>
            </a:pP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Separate</a:t>
            </a:r>
            <a:r>
              <a:rPr sz="1350" spc="-7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views</a:t>
            </a:r>
            <a:r>
              <a:rPr sz="1350" spc="-7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for</a:t>
            </a:r>
            <a:r>
              <a:rPr sz="1350" spc="-6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faculty</a:t>
            </a:r>
            <a:r>
              <a:rPr sz="1350" spc="-7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oversight</a:t>
            </a:r>
            <a:r>
              <a:rPr sz="1350" spc="-7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and</a:t>
            </a:r>
            <a:r>
              <a:rPr sz="1350" spc="-6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student 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self-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awareness.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32" name="object 3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508241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058025"/>
          </a:xfrm>
          <a:custGeom>
            <a:avLst/>
            <a:gdLst/>
            <a:ahLst/>
            <a:cxnLst/>
            <a:rect l="l" t="t" r="r" b="b"/>
            <a:pathLst>
              <a:path w="11430000" h="7058025">
                <a:moveTo>
                  <a:pt x="11429999" y="7058024"/>
                </a:moveTo>
                <a:lnTo>
                  <a:pt x="0" y="70580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058024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143750" y="1193522"/>
            <a:ext cx="4286250" cy="5854700"/>
            <a:chOff x="7143750" y="1193522"/>
            <a:chExt cx="4286250" cy="5854700"/>
          </a:xfrm>
        </p:grpSpPr>
        <p:sp>
          <p:nvSpPr>
            <p:cNvPr id="4" name="object 4"/>
            <p:cNvSpPr/>
            <p:nvPr/>
          </p:nvSpPr>
          <p:spPr>
            <a:xfrm>
              <a:off x="7143750" y="1193533"/>
              <a:ext cx="4286250" cy="5854700"/>
            </a:xfrm>
            <a:custGeom>
              <a:avLst/>
              <a:gdLst/>
              <a:ahLst/>
              <a:cxnLst/>
              <a:rect l="l" t="t" r="r" b="b"/>
              <a:pathLst>
                <a:path w="4286250" h="5854700">
                  <a:moveTo>
                    <a:pt x="52666" y="3378200"/>
                  </a:moveTo>
                  <a:lnTo>
                    <a:pt x="0" y="3378200"/>
                  </a:lnTo>
                  <a:lnTo>
                    <a:pt x="0" y="3403600"/>
                  </a:lnTo>
                  <a:lnTo>
                    <a:pt x="42392" y="3403600"/>
                  </a:lnTo>
                  <a:lnTo>
                    <a:pt x="52666" y="3378200"/>
                  </a:lnTo>
                  <a:close/>
                </a:path>
                <a:path w="4286250" h="5854700">
                  <a:moveTo>
                    <a:pt x="554113" y="827913"/>
                  </a:moveTo>
                  <a:lnTo>
                    <a:pt x="553796" y="805599"/>
                  </a:lnTo>
                  <a:lnTo>
                    <a:pt x="552310" y="783336"/>
                  </a:lnTo>
                  <a:lnTo>
                    <a:pt x="546785" y="778725"/>
                  </a:lnTo>
                  <a:lnTo>
                    <a:pt x="540448" y="775411"/>
                  </a:lnTo>
                  <a:lnTo>
                    <a:pt x="534314" y="771829"/>
                  </a:lnTo>
                  <a:lnTo>
                    <a:pt x="527964" y="795921"/>
                  </a:lnTo>
                  <a:lnTo>
                    <a:pt x="526669" y="820826"/>
                  </a:lnTo>
                  <a:lnTo>
                    <a:pt x="527837" y="846023"/>
                  </a:lnTo>
                  <a:lnTo>
                    <a:pt x="528802" y="871016"/>
                  </a:lnTo>
                  <a:lnTo>
                    <a:pt x="536663" y="871639"/>
                  </a:lnTo>
                  <a:lnTo>
                    <a:pt x="552513" y="872528"/>
                  </a:lnTo>
                  <a:lnTo>
                    <a:pt x="553580" y="850226"/>
                  </a:lnTo>
                  <a:lnTo>
                    <a:pt x="554113" y="827913"/>
                  </a:lnTo>
                  <a:close/>
                </a:path>
                <a:path w="4286250" h="5854700">
                  <a:moveTo>
                    <a:pt x="635977" y="843559"/>
                  </a:moveTo>
                  <a:lnTo>
                    <a:pt x="635698" y="822528"/>
                  </a:lnTo>
                  <a:lnTo>
                    <a:pt x="634746" y="780440"/>
                  </a:lnTo>
                  <a:lnTo>
                    <a:pt x="626465" y="779830"/>
                  </a:lnTo>
                  <a:lnTo>
                    <a:pt x="610069" y="778865"/>
                  </a:lnTo>
                  <a:lnTo>
                    <a:pt x="608926" y="799655"/>
                  </a:lnTo>
                  <a:lnTo>
                    <a:pt x="608393" y="820521"/>
                  </a:lnTo>
                  <a:lnTo>
                    <a:pt x="608926" y="841362"/>
                  </a:lnTo>
                  <a:lnTo>
                    <a:pt x="610958" y="862126"/>
                  </a:lnTo>
                  <a:lnTo>
                    <a:pt x="615937" y="867562"/>
                  </a:lnTo>
                  <a:lnTo>
                    <a:pt x="622173" y="868400"/>
                  </a:lnTo>
                  <a:lnTo>
                    <a:pt x="629069" y="866724"/>
                  </a:lnTo>
                  <a:lnTo>
                    <a:pt x="635977" y="864603"/>
                  </a:lnTo>
                  <a:lnTo>
                    <a:pt x="635977" y="843559"/>
                  </a:lnTo>
                  <a:close/>
                </a:path>
                <a:path w="4286250" h="5854700">
                  <a:moveTo>
                    <a:pt x="713638" y="825690"/>
                  </a:moveTo>
                  <a:lnTo>
                    <a:pt x="713333" y="803135"/>
                  </a:lnTo>
                  <a:lnTo>
                    <a:pt x="712355" y="780580"/>
                  </a:lnTo>
                  <a:lnTo>
                    <a:pt x="703948" y="780516"/>
                  </a:lnTo>
                  <a:lnTo>
                    <a:pt x="687120" y="780783"/>
                  </a:lnTo>
                  <a:lnTo>
                    <a:pt x="686117" y="826770"/>
                  </a:lnTo>
                  <a:lnTo>
                    <a:pt x="687235" y="849655"/>
                  </a:lnTo>
                  <a:lnTo>
                    <a:pt x="691464" y="872185"/>
                  </a:lnTo>
                  <a:lnTo>
                    <a:pt x="712558" y="870800"/>
                  </a:lnTo>
                  <a:lnTo>
                    <a:pt x="713359" y="848258"/>
                  </a:lnTo>
                  <a:lnTo>
                    <a:pt x="713638" y="825690"/>
                  </a:lnTo>
                  <a:close/>
                </a:path>
                <a:path w="4286250" h="5854700">
                  <a:moveTo>
                    <a:pt x="1798764" y="2095500"/>
                  </a:moveTo>
                  <a:lnTo>
                    <a:pt x="1758950" y="2070100"/>
                  </a:lnTo>
                  <a:lnTo>
                    <a:pt x="1679397" y="2019300"/>
                  </a:lnTo>
                  <a:lnTo>
                    <a:pt x="1639366" y="1981200"/>
                  </a:lnTo>
                  <a:lnTo>
                    <a:pt x="1598942" y="1955800"/>
                  </a:lnTo>
                  <a:lnTo>
                    <a:pt x="1588604" y="1943100"/>
                  </a:lnTo>
                  <a:lnTo>
                    <a:pt x="1575066" y="1943100"/>
                  </a:lnTo>
                  <a:lnTo>
                    <a:pt x="1566799" y="1930400"/>
                  </a:lnTo>
                  <a:lnTo>
                    <a:pt x="1558620" y="1930400"/>
                  </a:lnTo>
                  <a:lnTo>
                    <a:pt x="1550555" y="1917700"/>
                  </a:lnTo>
                  <a:lnTo>
                    <a:pt x="977557" y="1917700"/>
                  </a:lnTo>
                  <a:lnTo>
                    <a:pt x="992263" y="1930400"/>
                  </a:lnTo>
                  <a:lnTo>
                    <a:pt x="1537322" y="1930400"/>
                  </a:lnTo>
                  <a:lnTo>
                    <a:pt x="1577403" y="1968500"/>
                  </a:lnTo>
                  <a:lnTo>
                    <a:pt x="1619072" y="1993900"/>
                  </a:lnTo>
                  <a:lnTo>
                    <a:pt x="1661261" y="2032000"/>
                  </a:lnTo>
                  <a:lnTo>
                    <a:pt x="1702892" y="2057400"/>
                  </a:lnTo>
                  <a:lnTo>
                    <a:pt x="1718881" y="2070100"/>
                  </a:lnTo>
                  <a:lnTo>
                    <a:pt x="1735302" y="2082800"/>
                  </a:lnTo>
                  <a:lnTo>
                    <a:pt x="1752295" y="2095500"/>
                  </a:lnTo>
                  <a:lnTo>
                    <a:pt x="1769948" y="2108200"/>
                  </a:lnTo>
                  <a:lnTo>
                    <a:pt x="1764004" y="2095500"/>
                  </a:lnTo>
                  <a:lnTo>
                    <a:pt x="1757946" y="2095500"/>
                  </a:lnTo>
                  <a:lnTo>
                    <a:pt x="1751990" y="2082800"/>
                  </a:lnTo>
                  <a:lnTo>
                    <a:pt x="1746313" y="2070100"/>
                  </a:lnTo>
                  <a:lnTo>
                    <a:pt x="1754162" y="2082800"/>
                  </a:lnTo>
                  <a:lnTo>
                    <a:pt x="1761756" y="2082800"/>
                  </a:lnTo>
                  <a:lnTo>
                    <a:pt x="1769160" y="2095500"/>
                  </a:lnTo>
                  <a:lnTo>
                    <a:pt x="1798764" y="2095500"/>
                  </a:lnTo>
                  <a:close/>
                </a:path>
                <a:path w="4286250" h="5854700">
                  <a:moveTo>
                    <a:pt x="2941218" y="822693"/>
                  </a:moveTo>
                  <a:lnTo>
                    <a:pt x="2939834" y="802436"/>
                  </a:lnTo>
                  <a:lnTo>
                    <a:pt x="2918942" y="794880"/>
                  </a:lnTo>
                  <a:lnTo>
                    <a:pt x="2896946" y="791908"/>
                  </a:lnTo>
                  <a:lnTo>
                    <a:pt x="2874657" y="792810"/>
                  </a:lnTo>
                  <a:lnTo>
                    <a:pt x="2824937" y="814362"/>
                  </a:lnTo>
                  <a:lnTo>
                    <a:pt x="2815564" y="842822"/>
                  </a:lnTo>
                  <a:lnTo>
                    <a:pt x="2825013" y="845820"/>
                  </a:lnTo>
                  <a:lnTo>
                    <a:pt x="2834094" y="842492"/>
                  </a:lnTo>
                  <a:lnTo>
                    <a:pt x="2842907" y="836409"/>
                  </a:lnTo>
                  <a:lnTo>
                    <a:pt x="2851543" y="831100"/>
                  </a:lnTo>
                  <a:lnTo>
                    <a:pt x="2872524" y="821766"/>
                  </a:lnTo>
                  <a:lnTo>
                    <a:pt x="2895104" y="820445"/>
                  </a:lnTo>
                  <a:lnTo>
                    <a:pt x="2918333" y="822337"/>
                  </a:lnTo>
                  <a:lnTo>
                    <a:pt x="2941218" y="822693"/>
                  </a:lnTo>
                  <a:close/>
                </a:path>
                <a:path w="4286250" h="5854700">
                  <a:moveTo>
                    <a:pt x="4286237" y="4978400"/>
                  </a:moveTo>
                  <a:lnTo>
                    <a:pt x="4007942" y="4978400"/>
                  </a:lnTo>
                  <a:lnTo>
                    <a:pt x="4003878" y="4965700"/>
                  </a:lnTo>
                  <a:lnTo>
                    <a:pt x="4002455" y="4953000"/>
                  </a:lnTo>
                  <a:lnTo>
                    <a:pt x="4001300" y="4953000"/>
                  </a:lnTo>
                  <a:lnTo>
                    <a:pt x="3996906" y="4902200"/>
                  </a:lnTo>
                  <a:lnTo>
                    <a:pt x="3992562" y="4851400"/>
                  </a:lnTo>
                  <a:lnTo>
                    <a:pt x="3988270" y="4800600"/>
                  </a:lnTo>
                  <a:lnTo>
                    <a:pt x="3984028" y="4749800"/>
                  </a:lnTo>
                  <a:lnTo>
                    <a:pt x="3979837" y="4699000"/>
                  </a:lnTo>
                  <a:lnTo>
                    <a:pt x="3975709" y="4648200"/>
                  </a:lnTo>
                  <a:lnTo>
                    <a:pt x="3971633" y="4597400"/>
                  </a:lnTo>
                  <a:lnTo>
                    <a:pt x="3967619" y="4546600"/>
                  </a:lnTo>
                  <a:lnTo>
                    <a:pt x="3963670" y="4495800"/>
                  </a:lnTo>
                  <a:lnTo>
                    <a:pt x="3959783" y="4445000"/>
                  </a:lnTo>
                  <a:lnTo>
                    <a:pt x="3955961" y="4394200"/>
                  </a:lnTo>
                  <a:lnTo>
                    <a:pt x="3952214" y="4343400"/>
                  </a:lnTo>
                  <a:lnTo>
                    <a:pt x="3948531" y="4292600"/>
                  </a:lnTo>
                  <a:lnTo>
                    <a:pt x="3944924" y="4241800"/>
                  </a:lnTo>
                  <a:lnTo>
                    <a:pt x="3941394" y="4191000"/>
                  </a:lnTo>
                  <a:lnTo>
                    <a:pt x="3939667" y="4165600"/>
                  </a:lnTo>
                  <a:lnTo>
                    <a:pt x="3937927" y="4140200"/>
                  </a:lnTo>
                  <a:lnTo>
                    <a:pt x="3934561" y="4076700"/>
                  </a:lnTo>
                  <a:lnTo>
                    <a:pt x="3931259" y="4025900"/>
                  </a:lnTo>
                  <a:lnTo>
                    <a:pt x="3928440" y="3975100"/>
                  </a:lnTo>
                  <a:lnTo>
                    <a:pt x="3921836" y="3873500"/>
                  </a:lnTo>
                  <a:lnTo>
                    <a:pt x="3918966" y="3822700"/>
                  </a:lnTo>
                  <a:lnTo>
                    <a:pt x="3916997" y="3771900"/>
                  </a:lnTo>
                  <a:lnTo>
                    <a:pt x="3916870" y="3759200"/>
                  </a:lnTo>
                  <a:lnTo>
                    <a:pt x="3916743" y="3746500"/>
                  </a:lnTo>
                  <a:lnTo>
                    <a:pt x="3916629" y="3733800"/>
                  </a:lnTo>
                  <a:lnTo>
                    <a:pt x="3916375" y="3708400"/>
                  </a:lnTo>
                  <a:lnTo>
                    <a:pt x="3930231" y="3683000"/>
                  </a:lnTo>
                  <a:lnTo>
                    <a:pt x="3937152" y="3670300"/>
                  </a:lnTo>
                  <a:lnTo>
                    <a:pt x="3979773" y="3581400"/>
                  </a:lnTo>
                  <a:lnTo>
                    <a:pt x="4000601" y="3530600"/>
                  </a:lnTo>
                  <a:lnTo>
                    <a:pt x="4020451" y="3479800"/>
                  </a:lnTo>
                  <a:lnTo>
                    <a:pt x="4038104" y="3441700"/>
                  </a:lnTo>
                  <a:lnTo>
                    <a:pt x="4055364" y="3390900"/>
                  </a:lnTo>
                  <a:lnTo>
                    <a:pt x="4072077" y="3352800"/>
                  </a:lnTo>
                  <a:lnTo>
                    <a:pt x="4088155" y="3302000"/>
                  </a:lnTo>
                  <a:lnTo>
                    <a:pt x="4103446" y="3263900"/>
                  </a:lnTo>
                  <a:lnTo>
                    <a:pt x="4117848" y="3213100"/>
                  </a:lnTo>
                  <a:lnTo>
                    <a:pt x="4131221" y="3175000"/>
                  </a:lnTo>
                  <a:lnTo>
                    <a:pt x="4143794" y="3124200"/>
                  </a:lnTo>
                  <a:lnTo>
                    <a:pt x="4155186" y="3073400"/>
                  </a:lnTo>
                  <a:lnTo>
                    <a:pt x="4165117" y="3035300"/>
                  </a:lnTo>
                  <a:lnTo>
                    <a:pt x="4173334" y="2984500"/>
                  </a:lnTo>
                  <a:lnTo>
                    <a:pt x="4179570" y="2946400"/>
                  </a:lnTo>
                  <a:lnTo>
                    <a:pt x="4183557" y="2895600"/>
                  </a:lnTo>
                  <a:lnTo>
                    <a:pt x="4185056" y="2844800"/>
                  </a:lnTo>
                  <a:lnTo>
                    <a:pt x="4182186" y="2794000"/>
                  </a:lnTo>
                  <a:lnTo>
                    <a:pt x="4175874" y="2743200"/>
                  </a:lnTo>
                  <a:lnTo>
                    <a:pt x="4166273" y="2692400"/>
                  </a:lnTo>
                  <a:lnTo>
                    <a:pt x="4157662" y="2657894"/>
                  </a:lnTo>
                  <a:lnTo>
                    <a:pt x="4157662" y="2832100"/>
                  </a:lnTo>
                  <a:lnTo>
                    <a:pt x="4157611" y="2882900"/>
                  </a:lnTo>
                  <a:lnTo>
                    <a:pt x="4154093" y="2933700"/>
                  </a:lnTo>
                  <a:lnTo>
                    <a:pt x="4147210" y="2984500"/>
                  </a:lnTo>
                  <a:lnTo>
                    <a:pt x="4138599" y="3035300"/>
                  </a:lnTo>
                  <a:lnTo>
                    <a:pt x="4128363" y="3073400"/>
                  </a:lnTo>
                  <a:lnTo>
                    <a:pt x="4116679" y="3124200"/>
                  </a:lnTo>
                  <a:lnTo>
                    <a:pt x="4103674" y="3175000"/>
                  </a:lnTo>
                  <a:lnTo>
                    <a:pt x="4089527" y="3213100"/>
                  </a:lnTo>
                  <a:lnTo>
                    <a:pt x="4074376" y="3263900"/>
                  </a:lnTo>
                  <a:lnTo>
                    <a:pt x="4058374" y="3314700"/>
                  </a:lnTo>
                  <a:lnTo>
                    <a:pt x="4041686" y="3352800"/>
                  </a:lnTo>
                  <a:lnTo>
                    <a:pt x="4019385" y="3416300"/>
                  </a:lnTo>
                  <a:lnTo>
                    <a:pt x="4007599" y="3441700"/>
                  </a:lnTo>
                  <a:lnTo>
                    <a:pt x="3994543" y="3467100"/>
                  </a:lnTo>
                  <a:lnTo>
                    <a:pt x="3984548" y="3467100"/>
                  </a:lnTo>
                  <a:lnTo>
                    <a:pt x="3984548" y="3492500"/>
                  </a:lnTo>
                  <a:lnTo>
                    <a:pt x="3963822" y="3543300"/>
                  </a:lnTo>
                  <a:lnTo>
                    <a:pt x="3921099" y="3644900"/>
                  </a:lnTo>
                  <a:lnTo>
                    <a:pt x="3900525" y="3683000"/>
                  </a:lnTo>
                  <a:lnTo>
                    <a:pt x="3877856" y="3683000"/>
                  </a:lnTo>
                  <a:lnTo>
                    <a:pt x="3857726" y="3657600"/>
                  </a:lnTo>
                  <a:lnTo>
                    <a:pt x="3839121" y="3644900"/>
                  </a:lnTo>
                  <a:lnTo>
                    <a:pt x="3820985" y="3632200"/>
                  </a:lnTo>
                  <a:lnTo>
                    <a:pt x="3783101" y="3594100"/>
                  </a:lnTo>
                  <a:lnTo>
                    <a:pt x="3749891" y="3543300"/>
                  </a:lnTo>
                  <a:lnTo>
                    <a:pt x="3724427" y="3505200"/>
                  </a:lnTo>
                  <a:lnTo>
                    <a:pt x="3709809" y="3441700"/>
                  </a:lnTo>
                  <a:lnTo>
                    <a:pt x="3801732" y="3467100"/>
                  </a:lnTo>
                  <a:lnTo>
                    <a:pt x="3847490" y="3467100"/>
                  </a:lnTo>
                  <a:lnTo>
                    <a:pt x="3938841" y="3492500"/>
                  </a:lnTo>
                  <a:lnTo>
                    <a:pt x="3984548" y="3492500"/>
                  </a:lnTo>
                  <a:lnTo>
                    <a:pt x="3984548" y="3467100"/>
                  </a:lnTo>
                  <a:lnTo>
                    <a:pt x="3947299" y="3467100"/>
                  </a:lnTo>
                  <a:lnTo>
                    <a:pt x="3852684" y="3441700"/>
                  </a:lnTo>
                  <a:lnTo>
                    <a:pt x="3805377" y="3429000"/>
                  </a:lnTo>
                  <a:lnTo>
                    <a:pt x="3758184" y="3429000"/>
                  </a:lnTo>
                  <a:lnTo>
                    <a:pt x="3711117" y="3416300"/>
                  </a:lnTo>
                  <a:lnTo>
                    <a:pt x="3711206" y="3403600"/>
                  </a:lnTo>
                  <a:lnTo>
                    <a:pt x="3711295" y="3390900"/>
                  </a:lnTo>
                  <a:lnTo>
                    <a:pt x="3711384" y="3378200"/>
                  </a:lnTo>
                  <a:lnTo>
                    <a:pt x="3711473" y="3365500"/>
                  </a:lnTo>
                  <a:lnTo>
                    <a:pt x="3712324" y="3314700"/>
                  </a:lnTo>
                  <a:lnTo>
                    <a:pt x="3713556" y="3263900"/>
                  </a:lnTo>
                  <a:lnTo>
                    <a:pt x="3715080" y="3213100"/>
                  </a:lnTo>
                  <a:lnTo>
                    <a:pt x="3716769" y="3162300"/>
                  </a:lnTo>
                  <a:lnTo>
                    <a:pt x="3718522" y="3111500"/>
                  </a:lnTo>
                  <a:lnTo>
                    <a:pt x="3720223" y="3060700"/>
                  </a:lnTo>
                  <a:lnTo>
                    <a:pt x="3721760" y="3009900"/>
                  </a:lnTo>
                  <a:lnTo>
                    <a:pt x="3723017" y="2959100"/>
                  </a:lnTo>
                  <a:lnTo>
                    <a:pt x="3723894" y="2908300"/>
                  </a:lnTo>
                  <a:lnTo>
                    <a:pt x="3724046" y="2819400"/>
                  </a:lnTo>
                  <a:lnTo>
                    <a:pt x="3723106" y="2768600"/>
                  </a:lnTo>
                  <a:lnTo>
                    <a:pt x="3720960" y="2730500"/>
                  </a:lnTo>
                  <a:lnTo>
                    <a:pt x="3717848" y="2692400"/>
                  </a:lnTo>
                  <a:lnTo>
                    <a:pt x="3699472" y="2628900"/>
                  </a:lnTo>
                  <a:lnTo>
                    <a:pt x="3675113" y="2578100"/>
                  </a:lnTo>
                  <a:lnTo>
                    <a:pt x="3651262" y="2540000"/>
                  </a:lnTo>
                  <a:lnTo>
                    <a:pt x="3628529" y="2489200"/>
                  </a:lnTo>
                  <a:lnTo>
                    <a:pt x="3607536" y="2438400"/>
                  </a:lnTo>
                  <a:lnTo>
                    <a:pt x="3588905" y="2374900"/>
                  </a:lnTo>
                  <a:lnTo>
                    <a:pt x="3584740" y="2362200"/>
                  </a:lnTo>
                  <a:lnTo>
                    <a:pt x="3580981" y="2349500"/>
                  </a:lnTo>
                  <a:lnTo>
                    <a:pt x="3576663" y="2336800"/>
                  </a:lnTo>
                  <a:lnTo>
                    <a:pt x="3570782" y="2324100"/>
                  </a:lnTo>
                  <a:lnTo>
                    <a:pt x="3559695" y="2324100"/>
                  </a:lnTo>
                  <a:lnTo>
                    <a:pt x="3552863" y="2336800"/>
                  </a:lnTo>
                  <a:lnTo>
                    <a:pt x="3550374" y="2336800"/>
                  </a:lnTo>
                  <a:lnTo>
                    <a:pt x="3552304" y="2349500"/>
                  </a:lnTo>
                  <a:lnTo>
                    <a:pt x="3566998" y="2400300"/>
                  </a:lnTo>
                  <a:lnTo>
                    <a:pt x="3583927" y="2451100"/>
                  </a:lnTo>
                  <a:lnTo>
                    <a:pt x="3602736" y="2489200"/>
                  </a:lnTo>
                  <a:lnTo>
                    <a:pt x="3623018" y="2540000"/>
                  </a:lnTo>
                  <a:lnTo>
                    <a:pt x="3644430" y="2578100"/>
                  </a:lnTo>
                  <a:lnTo>
                    <a:pt x="3666591" y="2628900"/>
                  </a:lnTo>
                  <a:lnTo>
                    <a:pt x="3677005" y="2654300"/>
                  </a:lnTo>
                  <a:lnTo>
                    <a:pt x="3685349" y="2667000"/>
                  </a:lnTo>
                  <a:lnTo>
                    <a:pt x="3694646" y="2717800"/>
                  </a:lnTo>
                  <a:lnTo>
                    <a:pt x="3696995" y="2768600"/>
                  </a:lnTo>
                  <a:lnTo>
                    <a:pt x="3698265" y="2819400"/>
                  </a:lnTo>
                  <a:lnTo>
                    <a:pt x="3698290" y="2921000"/>
                  </a:lnTo>
                  <a:lnTo>
                    <a:pt x="3697389" y="2959100"/>
                  </a:lnTo>
                  <a:lnTo>
                    <a:pt x="3696106" y="3009900"/>
                  </a:lnTo>
                  <a:lnTo>
                    <a:pt x="3693122" y="3111500"/>
                  </a:lnTo>
                  <a:lnTo>
                    <a:pt x="3691775" y="3162300"/>
                  </a:lnTo>
                  <a:lnTo>
                    <a:pt x="3690747" y="3213100"/>
                  </a:lnTo>
                  <a:lnTo>
                    <a:pt x="3690226" y="3251200"/>
                  </a:lnTo>
                  <a:lnTo>
                    <a:pt x="3665461" y="3251200"/>
                  </a:lnTo>
                  <a:lnTo>
                    <a:pt x="3640671" y="3263900"/>
                  </a:lnTo>
                  <a:lnTo>
                    <a:pt x="3591115" y="3263900"/>
                  </a:lnTo>
                  <a:lnTo>
                    <a:pt x="3555936" y="3251200"/>
                  </a:lnTo>
                  <a:lnTo>
                    <a:pt x="3521037" y="3251200"/>
                  </a:lnTo>
                  <a:lnTo>
                    <a:pt x="3486315" y="3238500"/>
                  </a:lnTo>
                  <a:lnTo>
                    <a:pt x="3451682" y="3238500"/>
                  </a:lnTo>
                  <a:lnTo>
                    <a:pt x="3347834" y="3213100"/>
                  </a:lnTo>
                  <a:lnTo>
                    <a:pt x="3334435" y="3213100"/>
                  </a:lnTo>
                  <a:lnTo>
                    <a:pt x="3334435" y="4978400"/>
                  </a:lnTo>
                  <a:lnTo>
                    <a:pt x="3208236" y="4978400"/>
                  </a:lnTo>
                  <a:lnTo>
                    <a:pt x="3208312" y="4965700"/>
                  </a:lnTo>
                  <a:lnTo>
                    <a:pt x="3208401" y="4953000"/>
                  </a:lnTo>
                  <a:lnTo>
                    <a:pt x="3208578" y="4927600"/>
                  </a:lnTo>
                  <a:lnTo>
                    <a:pt x="3209239" y="4876800"/>
                  </a:lnTo>
                  <a:lnTo>
                    <a:pt x="3210229" y="4826000"/>
                  </a:lnTo>
                  <a:lnTo>
                    <a:pt x="3211499" y="4775200"/>
                  </a:lnTo>
                  <a:lnTo>
                    <a:pt x="3213074" y="4724400"/>
                  </a:lnTo>
                  <a:lnTo>
                    <a:pt x="3214916" y="4673600"/>
                  </a:lnTo>
                  <a:lnTo>
                    <a:pt x="3217037" y="4622800"/>
                  </a:lnTo>
                  <a:lnTo>
                    <a:pt x="3219412" y="4572000"/>
                  </a:lnTo>
                  <a:lnTo>
                    <a:pt x="3222040" y="4521200"/>
                  </a:lnTo>
                  <a:lnTo>
                    <a:pt x="3224898" y="4470400"/>
                  </a:lnTo>
                  <a:lnTo>
                    <a:pt x="3227984" y="4419600"/>
                  </a:lnTo>
                  <a:lnTo>
                    <a:pt x="3231286" y="4368800"/>
                  </a:lnTo>
                  <a:lnTo>
                    <a:pt x="3234791" y="4318000"/>
                  </a:lnTo>
                  <a:lnTo>
                    <a:pt x="3238487" y="4267200"/>
                  </a:lnTo>
                  <a:lnTo>
                    <a:pt x="3242360" y="4216400"/>
                  </a:lnTo>
                  <a:lnTo>
                    <a:pt x="3246412" y="4165600"/>
                  </a:lnTo>
                  <a:lnTo>
                    <a:pt x="3252165" y="4216400"/>
                  </a:lnTo>
                  <a:lnTo>
                    <a:pt x="3257740" y="4267200"/>
                  </a:lnTo>
                  <a:lnTo>
                    <a:pt x="3263163" y="4318000"/>
                  </a:lnTo>
                  <a:lnTo>
                    <a:pt x="3268484" y="4368800"/>
                  </a:lnTo>
                  <a:lnTo>
                    <a:pt x="3273717" y="4419600"/>
                  </a:lnTo>
                  <a:lnTo>
                    <a:pt x="3289236" y="4572000"/>
                  </a:lnTo>
                  <a:lnTo>
                    <a:pt x="3294443" y="4622800"/>
                  </a:lnTo>
                  <a:lnTo>
                    <a:pt x="3299714" y="4673600"/>
                  </a:lnTo>
                  <a:lnTo>
                    <a:pt x="3305086" y="4724400"/>
                  </a:lnTo>
                  <a:lnTo>
                    <a:pt x="3310585" y="4775200"/>
                  </a:lnTo>
                  <a:lnTo>
                    <a:pt x="3316236" y="4826000"/>
                  </a:lnTo>
                  <a:lnTo>
                    <a:pt x="3322078" y="4876800"/>
                  </a:lnTo>
                  <a:lnTo>
                    <a:pt x="3328136" y="4927600"/>
                  </a:lnTo>
                  <a:lnTo>
                    <a:pt x="3334435" y="4978400"/>
                  </a:lnTo>
                  <a:lnTo>
                    <a:pt x="3334435" y="3213100"/>
                  </a:lnTo>
                  <a:lnTo>
                    <a:pt x="3243008" y="3213100"/>
                  </a:lnTo>
                  <a:lnTo>
                    <a:pt x="3190379" y="3200400"/>
                  </a:lnTo>
                  <a:lnTo>
                    <a:pt x="2891040" y="3200400"/>
                  </a:lnTo>
                  <a:lnTo>
                    <a:pt x="2843898" y="3213100"/>
                  </a:lnTo>
                  <a:lnTo>
                    <a:pt x="2670010" y="3213100"/>
                  </a:lnTo>
                  <a:lnTo>
                    <a:pt x="2644965" y="3200400"/>
                  </a:lnTo>
                  <a:lnTo>
                    <a:pt x="2625585" y="3187700"/>
                  </a:lnTo>
                  <a:lnTo>
                    <a:pt x="2614485" y="3162300"/>
                  </a:lnTo>
                  <a:lnTo>
                    <a:pt x="2610281" y="3136900"/>
                  </a:lnTo>
                  <a:lnTo>
                    <a:pt x="2611602" y="3098800"/>
                  </a:lnTo>
                  <a:lnTo>
                    <a:pt x="2618879" y="3048000"/>
                  </a:lnTo>
                  <a:lnTo>
                    <a:pt x="2626474" y="3009900"/>
                  </a:lnTo>
                  <a:lnTo>
                    <a:pt x="2634373" y="2959100"/>
                  </a:lnTo>
                  <a:lnTo>
                    <a:pt x="2642590" y="2908300"/>
                  </a:lnTo>
                  <a:lnTo>
                    <a:pt x="2651099" y="2857500"/>
                  </a:lnTo>
                  <a:lnTo>
                    <a:pt x="2659900" y="2806700"/>
                  </a:lnTo>
                  <a:lnTo>
                    <a:pt x="2668981" y="2755900"/>
                  </a:lnTo>
                  <a:lnTo>
                    <a:pt x="2678341" y="2717800"/>
                  </a:lnTo>
                  <a:lnTo>
                    <a:pt x="2687967" y="2667000"/>
                  </a:lnTo>
                  <a:lnTo>
                    <a:pt x="2697861" y="2616200"/>
                  </a:lnTo>
                  <a:lnTo>
                    <a:pt x="2708021" y="2565400"/>
                  </a:lnTo>
                  <a:lnTo>
                    <a:pt x="2718409" y="2514600"/>
                  </a:lnTo>
                  <a:lnTo>
                    <a:pt x="2729052" y="2463800"/>
                  </a:lnTo>
                  <a:lnTo>
                    <a:pt x="2739923" y="2425700"/>
                  </a:lnTo>
                  <a:lnTo>
                    <a:pt x="2751023" y="2374900"/>
                  </a:lnTo>
                  <a:lnTo>
                    <a:pt x="2762339" y="2324100"/>
                  </a:lnTo>
                  <a:lnTo>
                    <a:pt x="2773870" y="2273300"/>
                  </a:lnTo>
                  <a:lnTo>
                    <a:pt x="2785605" y="2222500"/>
                  </a:lnTo>
                  <a:lnTo>
                    <a:pt x="2797543" y="2184400"/>
                  </a:lnTo>
                  <a:lnTo>
                    <a:pt x="2809659" y="2133600"/>
                  </a:lnTo>
                  <a:lnTo>
                    <a:pt x="2821965" y="2082800"/>
                  </a:lnTo>
                  <a:lnTo>
                    <a:pt x="2817101" y="2082800"/>
                  </a:lnTo>
                  <a:lnTo>
                    <a:pt x="2811996" y="2070100"/>
                  </a:lnTo>
                  <a:lnTo>
                    <a:pt x="2800324" y="2070100"/>
                  </a:lnTo>
                  <a:lnTo>
                    <a:pt x="2793555" y="2095500"/>
                  </a:lnTo>
                  <a:lnTo>
                    <a:pt x="2788424" y="2108200"/>
                  </a:lnTo>
                  <a:lnTo>
                    <a:pt x="2779788" y="2146300"/>
                  </a:lnTo>
                  <a:lnTo>
                    <a:pt x="2767533" y="2184400"/>
                  </a:lnTo>
                  <a:lnTo>
                    <a:pt x="2755671" y="2235200"/>
                  </a:lnTo>
                  <a:lnTo>
                    <a:pt x="2744178" y="2286000"/>
                  </a:lnTo>
                  <a:lnTo>
                    <a:pt x="2733002" y="2336800"/>
                  </a:lnTo>
                  <a:lnTo>
                    <a:pt x="2722130" y="2374900"/>
                  </a:lnTo>
                  <a:lnTo>
                    <a:pt x="2711513" y="2425700"/>
                  </a:lnTo>
                  <a:lnTo>
                    <a:pt x="2701112" y="2476500"/>
                  </a:lnTo>
                  <a:lnTo>
                    <a:pt x="2690901" y="2527300"/>
                  </a:lnTo>
                  <a:lnTo>
                    <a:pt x="2680830" y="2565400"/>
                  </a:lnTo>
                  <a:lnTo>
                    <a:pt x="2670886" y="2616200"/>
                  </a:lnTo>
                  <a:lnTo>
                    <a:pt x="2660802" y="2667000"/>
                  </a:lnTo>
                  <a:lnTo>
                    <a:pt x="2651468" y="2717800"/>
                  </a:lnTo>
                  <a:lnTo>
                    <a:pt x="2641562" y="2768600"/>
                  </a:lnTo>
                  <a:lnTo>
                    <a:pt x="2629738" y="2806700"/>
                  </a:lnTo>
                  <a:lnTo>
                    <a:pt x="2574912" y="2844800"/>
                  </a:lnTo>
                  <a:lnTo>
                    <a:pt x="2515590" y="2870200"/>
                  </a:lnTo>
                  <a:lnTo>
                    <a:pt x="2464485" y="2882900"/>
                  </a:lnTo>
                  <a:lnTo>
                    <a:pt x="2413457" y="2870200"/>
                  </a:lnTo>
                  <a:lnTo>
                    <a:pt x="2363012" y="2870200"/>
                  </a:lnTo>
                  <a:lnTo>
                    <a:pt x="2313609" y="2857500"/>
                  </a:lnTo>
                  <a:lnTo>
                    <a:pt x="2265743" y="2832100"/>
                  </a:lnTo>
                  <a:lnTo>
                    <a:pt x="2221153" y="2806700"/>
                  </a:lnTo>
                  <a:lnTo>
                    <a:pt x="2177491" y="2794000"/>
                  </a:lnTo>
                  <a:lnTo>
                    <a:pt x="2134768" y="2768600"/>
                  </a:lnTo>
                  <a:lnTo>
                    <a:pt x="2092985" y="2743200"/>
                  </a:lnTo>
                  <a:lnTo>
                    <a:pt x="2052142" y="2717800"/>
                  </a:lnTo>
                  <a:lnTo>
                    <a:pt x="2012238" y="2679700"/>
                  </a:lnTo>
                  <a:lnTo>
                    <a:pt x="1973287" y="2654300"/>
                  </a:lnTo>
                  <a:lnTo>
                    <a:pt x="1935276" y="2628900"/>
                  </a:lnTo>
                  <a:lnTo>
                    <a:pt x="1898218" y="2590800"/>
                  </a:lnTo>
                  <a:lnTo>
                    <a:pt x="1907743" y="2565400"/>
                  </a:lnTo>
                  <a:lnTo>
                    <a:pt x="1917255" y="2540000"/>
                  </a:lnTo>
                  <a:lnTo>
                    <a:pt x="1935226" y="2501900"/>
                  </a:lnTo>
                  <a:lnTo>
                    <a:pt x="1952815" y="2451100"/>
                  </a:lnTo>
                  <a:lnTo>
                    <a:pt x="1970709" y="2400300"/>
                  </a:lnTo>
                  <a:lnTo>
                    <a:pt x="1989569" y="2349500"/>
                  </a:lnTo>
                  <a:lnTo>
                    <a:pt x="2010092" y="2298700"/>
                  </a:lnTo>
                  <a:lnTo>
                    <a:pt x="2056892" y="2324100"/>
                  </a:lnTo>
                  <a:lnTo>
                    <a:pt x="2243455" y="2374900"/>
                  </a:lnTo>
                  <a:lnTo>
                    <a:pt x="2290089" y="2400300"/>
                  </a:lnTo>
                  <a:lnTo>
                    <a:pt x="2383599" y="2425700"/>
                  </a:lnTo>
                  <a:lnTo>
                    <a:pt x="2413139" y="2425700"/>
                  </a:lnTo>
                  <a:lnTo>
                    <a:pt x="2439632" y="2413000"/>
                  </a:lnTo>
                  <a:lnTo>
                    <a:pt x="2463266" y="2400300"/>
                  </a:lnTo>
                  <a:lnTo>
                    <a:pt x="2484234" y="2374900"/>
                  </a:lnTo>
                  <a:lnTo>
                    <a:pt x="2548521" y="2298700"/>
                  </a:lnTo>
                  <a:lnTo>
                    <a:pt x="2580665" y="2273300"/>
                  </a:lnTo>
                  <a:lnTo>
                    <a:pt x="2613012" y="2235200"/>
                  </a:lnTo>
                  <a:lnTo>
                    <a:pt x="2645740" y="2197100"/>
                  </a:lnTo>
                  <a:lnTo>
                    <a:pt x="2678988" y="2171700"/>
                  </a:lnTo>
                  <a:lnTo>
                    <a:pt x="2712936" y="2133600"/>
                  </a:lnTo>
                  <a:lnTo>
                    <a:pt x="2747734" y="2095500"/>
                  </a:lnTo>
                  <a:lnTo>
                    <a:pt x="2812542" y="2044700"/>
                  </a:lnTo>
                  <a:lnTo>
                    <a:pt x="2846197" y="2019300"/>
                  </a:lnTo>
                  <a:lnTo>
                    <a:pt x="2881795" y="1993900"/>
                  </a:lnTo>
                  <a:lnTo>
                    <a:pt x="2933700" y="1968500"/>
                  </a:lnTo>
                  <a:lnTo>
                    <a:pt x="2960217" y="1943100"/>
                  </a:lnTo>
                  <a:lnTo>
                    <a:pt x="2987256" y="1930400"/>
                  </a:lnTo>
                  <a:lnTo>
                    <a:pt x="2997860" y="1968500"/>
                  </a:lnTo>
                  <a:lnTo>
                    <a:pt x="3010065" y="1993900"/>
                  </a:lnTo>
                  <a:lnTo>
                    <a:pt x="3024517" y="2032000"/>
                  </a:lnTo>
                  <a:lnTo>
                    <a:pt x="3041916" y="2057400"/>
                  </a:lnTo>
                  <a:lnTo>
                    <a:pt x="3048355" y="2070100"/>
                  </a:lnTo>
                  <a:lnTo>
                    <a:pt x="3056166" y="2070100"/>
                  </a:lnTo>
                  <a:lnTo>
                    <a:pt x="3064764" y="2082800"/>
                  </a:lnTo>
                  <a:lnTo>
                    <a:pt x="3073616" y="2082800"/>
                  </a:lnTo>
                  <a:lnTo>
                    <a:pt x="3111563" y="2057400"/>
                  </a:lnTo>
                  <a:lnTo>
                    <a:pt x="3147263" y="2019300"/>
                  </a:lnTo>
                  <a:lnTo>
                    <a:pt x="3182201" y="1993900"/>
                  </a:lnTo>
                  <a:lnTo>
                    <a:pt x="3217811" y="1955800"/>
                  </a:lnTo>
                  <a:lnTo>
                    <a:pt x="3254819" y="1993900"/>
                  </a:lnTo>
                  <a:lnTo>
                    <a:pt x="3292373" y="2019300"/>
                  </a:lnTo>
                  <a:lnTo>
                    <a:pt x="3330727" y="2044700"/>
                  </a:lnTo>
                  <a:lnTo>
                    <a:pt x="3370135" y="2070100"/>
                  </a:lnTo>
                  <a:lnTo>
                    <a:pt x="3378771" y="2082800"/>
                  </a:lnTo>
                  <a:lnTo>
                    <a:pt x="3386899" y="2070100"/>
                  </a:lnTo>
                  <a:lnTo>
                    <a:pt x="3394240" y="2070100"/>
                  </a:lnTo>
                  <a:lnTo>
                    <a:pt x="3400463" y="2057400"/>
                  </a:lnTo>
                  <a:lnTo>
                    <a:pt x="3411080" y="2044700"/>
                  </a:lnTo>
                  <a:lnTo>
                    <a:pt x="3432314" y="2019300"/>
                  </a:lnTo>
                  <a:lnTo>
                    <a:pt x="3463417" y="1981200"/>
                  </a:lnTo>
                  <a:lnTo>
                    <a:pt x="3493274" y="1943100"/>
                  </a:lnTo>
                  <a:lnTo>
                    <a:pt x="3521367" y="1905000"/>
                  </a:lnTo>
                  <a:lnTo>
                    <a:pt x="3567861" y="1905000"/>
                  </a:lnTo>
                  <a:lnTo>
                    <a:pt x="3611829" y="1917700"/>
                  </a:lnTo>
                  <a:lnTo>
                    <a:pt x="3653167" y="1930400"/>
                  </a:lnTo>
                  <a:lnTo>
                    <a:pt x="3691737" y="1968500"/>
                  </a:lnTo>
                  <a:lnTo>
                    <a:pt x="3727450" y="1993900"/>
                  </a:lnTo>
                  <a:lnTo>
                    <a:pt x="3766210" y="2032000"/>
                  </a:lnTo>
                  <a:lnTo>
                    <a:pt x="3802837" y="2070100"/>
                  </a:lnTo>
                  <a:lnTo>
                    <a:pt x="3837584" y="2108200"/>
                  </a:lnTo>
                  <a:lnTo>
                    <a:pt x="3870680" y="2159000"/>
                  </a:lnTo>
                  <a:lnTo>
                    <a:pt x="3902379" y="2197100"/>
                  </a:lnTo>
                  <a:lnTo>
                    <a:pt x="3932923" y="2247900"/>
                  </a:lnTo>
                  <a:lnTo>
                    <a:pt x="3958539" y="2286000"/>
                  </a:lnTo>
                  <a:lnTo>
                    <a:pt x="3983507" y="2324100"/>
                  </a:lnTo>
                  <a:lnTo>
                    <a:pt x="4007612" y="2362200"/>
                  </a:lnTo>
                  <a:lnTo>
                    <a:pt x="4030662" y="2413000"/>
                  </a:lnTo>
                  <a:lnTo>
                    <a:pt x="4052481" y="2451100"/>
                  </a:lnTo>
                  <a:lnTo>
                    <a:pt x="4072852" y="2489200"/>
                  </a:lnTo>
                  <a:lnTo>
                    <a:pt x="4091597" y="2540000"/>
                  </a:lnTo>
                  <a:lnTo>
                    <a:pt x="4108526" y="2590800"/>
                  </a:lnTo>
                  <a:lnTo>
                    <a:pt x="4123423" y="2628900"/>
                  </a:lnTo>
                  <a:lnTo>
                    <a:pt x="4136110" y="2679700"/>
                  </a:lnTo>
                  <a:lnTo>
                    <a:pt x="4147007" y="2730500"/>
                  </a:lnTo>
                  <a:lnTo>
                    <a:pt x="4154157" y="2781300"/>
                  </a:lnTo>
                  <a:lnTo>
                    <a:pt x="4157662" y="2832100"/>
                  </a:lnTo>
                  <a:lnTo>
                    <a:pt x="4157662" y="2657894"/>
                  </a:lnTo>
                  <a:lnTo>
                    <a:pt x="4138028" y="2590800"/>
                  </a:lnTo>
                  <a:lnTo>
                    <a:pt x="4119753" y="2540000"/>
                  </a:lnTo>
                  <a:lnTo>
                    <a:pt x="4098963" y="2489200"/>
                  </a:lnTo>
                  <a:lnTo>
                    <a:pt x="4078935" y="2451100"/>
                  </a:lnTo>
                  <a:lnTo>
                    <a:pt x="4057675" y="2400300"/>
                  </a:lnTo>
                  <a:lnTo>
                    <a:pt x="4035221" y="2362200"/>
                  </a:lnTo>
                  <a:lnTo>
                    <a:pt x="4011638" y="2311400"/>
                  </a:lnTo>
                  <a:lnTo>
                    <a:pt x="3986961" y="2273300"/>
                  </a:lnTo>
                  <a:lnTo>
                    <a:pt x="3961257" y="2235200"/>
                  </a:lnTo>
                  <a:lnTo>
                    <a:pt x="3934561" y="2197100"/>
                  </a:lnTo>
                  <a:lnTo>
                    <a:pt x="3906926" y="2159000"/>
                  </a:lnTo>
                  <a:lnTo>
                    <a:pt x="3878402" y="2120900"/>
                  </a:lnTo>
                  <a:lnTo>
                    <a:pt x="3848277" y="2082800"/>
                  </a:lnTo>
                  <a:lnTo>
                    <a:pt x="3817099" y="2044700"/>
                  </a:lnTo>
                  <a:lnTo>
                    <a:pt x="3784422" y="2006600"/>
                  </a:lnTo>
                  <a:lnTo>
                    <a:pt x="3749802" y="1968500"/>
                  </a:lnTo>
                  <a:lnTo>
                    <a:pt x="3712781" y="1943100"/>
                  </a:lnTo>
                  <a:lnTo>
                    <a:pt x="3672929" y="1917700"/>
                  </a:lnTo>
                  <a:lnTo>
                    <a:pt x="3641687" y="1905000"/>
                  </a:lnTo>
                  <a:lnTo>
                    <a:pt x="3608616" y="1879600"/>
                  </a:lnTo>
                  <a:lnTo>
                    <a:pt x="3574186" y="1879600"/>
                  </a:lnTo>
                  <a:lnTo>
                    <a:pt x="3538867" y="1866900"/>
                  </a:lnTo>
                  <a:lnTo>
                    <a:pt x="3536111" y="1841500"/>
                  </a:lnTo>
                  <a:lnTo>
                    <a:pt x="3529228" y="1816100"/>
                  </a:lnTo>
                  <a:lnTo>
                    <a:pt x="3516782" y="1790700"/>
                  </a:lnTo>
                  <a:lnTo>
                    <a:pt x="3509988" y="1786280"/>
                  </a:lnTo>
                  <a:lnTo>
                    <a:pt x="3509988" y="1841500"/>
                  </a:lnTo>
                  <a:lnTo>
                    <a:pt x="3508806" y="1866900"/>
                  </a:lnTo>
                  <a:lnTo>
                    <a:pt x="3470325" y="1930400"/>
                  </a:lnTo>
                  <a:lnTo>
                    <a:pt x="3440836" y="1968500"/>
                  </a:lnTo>
                  <a:lnTo>
                    <a:pt x="3409772" y="2006600"/>
                  </a:lnTo>
                  <a:lnTo>
                    <a:pt x="3376892" y="2044700"/>
                  </a:lnTo>
                  <a:lnTo>
                    <a:pt x="3341433" y="2019300"/>
                  </a:lnTo>
                  <a:lnTo>
                    <a:pt x="3273641" y="1968500"/>
                  </a:lnTo>
                  <a:lnTo>
                    <a:pt x="3256546" y="1955800"/>
                  </a:lnTo>
                  <a:lnTo>
                    <a:pt x="3239452" y="1943100"/>
                  </a:lnTo>
                  <a:lnTo>
                    <a:pt x="3259137" y="1930400"/>
                  </a:lnTo>
                  <a:lnTo>
                    <a:pt x="3357384" y="1866900"/>
                  </a:lnTo>
                  <a:lnTo>
                    <a:pt x="3437407" y="1816100"/>
                  </a:lnTo>
                  <a:lnTo>
                    <a:pt x="3449815" y="1803400"/>
                  </a:lnTo>
                  <a:lnTo>
                    <a:pt x="3463175" y="1803400"/>
                  </a:lnTo>
                  <a:lnTo>
                    <a:pt x="3476548" y="1790700"/>
                  </a:lnTo>
                  <a:lnTo>
                    <a:pt x="3489033" y="1803400"/>
                  </a:lnTo>
                  <a:lnTo>
                    <a:pt x="3503053" y="1828800"/>
                  </a:lnTo>
                  <a:lnTo>
                    <a:pt x="3509988" y="1841500"/>
                  </a:lnTo>
                  <a:lnTo>
                    <a:pt x="3509988" y="1786280"/>
                  </a:lnTo>
                  <a:lnTo>
                    <a:pt x="3497313" y="1778000"/>
                  </a:lnTo>
                  <a:lnTo>
                    <a:pt x="3478758" y="1765300"/>
                  </a:lnTo>
                  <a:lnTo>
                    <a:pt x="3459569" y="1765300"/>
                  </a:lnTo>
                  <a:lnTo>
                    <a:pt x="3440582" y="1778000"/>
                  </a:lnTo>
                  <a:lnTo>
                    <a:pt x="3422662" y="1790700"/>
                  </a:lnTo>
                  <a:lnTo>
                    <a:pt x="3426409" y="1752600"/>
                  </a:lnTo>
                  <a:lnTo>
                    <a:pt x="3428415" y="1714500"/>
                  </a:lnTo>
                  <a:lnTo>
                    <a:pt x="3430232" y="1676285"/>
                  </a:lnTo>
                  <a:lnTo>
                    <a:pt x="3433343" y="1651000"/>
                  </a:lnTo>
                  <a:lnTo>
                    <a:pt x="3476294" y="1625600"/>
                  </a:lnTo>
                  <a:lnTo>
                    <a:pt x="3516325" y="1587500"/>
                  </a:lnTo>
                  <a:lnTo>
                    <a:pt x="3553256" y="1562100"/>
                  </a:lnTo>
                  <a:lnTo>
                    <a:pt x="3586899" y="1524000"/>
                  </a:lnTo>
                  <a:lnTo>
                    <a:pt x="3617099" y="1485900"/>
                  </a:lnTo>
                  <a:lnTo>
                    <a:pt x="3643668" y="1447800"/>
                  </a:lnTo>
                  <a:lnTo>
                    <a:pt x="3666426" y="1397000"/>
                  </a:lnTo>
                  <a:lnTo>
                    <a:pt x="3685197" y="1358900"/>
                  </a:lnTo>
                  <a:lnTo>
                    <a:pt x="3796792" y="1358900"/>
                  </a:lnTo>
                  <a:lnTo>
                    <a:pt x="3808806" y="1346200"/>
                  </a:lnTo>
                  <a:lnTo>
                    <a:pt x="3819474" y="1333500"/>
                  </a:lnTo>
                  <a:lnTo>
                    <a:pt x="3844925" y="1308100"/>
                  </a:lnTo>
                  <a:lnTo>
                    <a:pt x="3867480" y="1282700"/>
                  </a:lnTo>
                  <a:lnTo>
                    <a:pt x="3887952" y="1257300"/>
                  </a:lnTo>
                  <a:lnTo>
                    <a:pt x="3907205" y="1219200"/>
                  </a:lnTo>
                  <a:lnTo>
                    <a:pt x="3931526" y="1181100"/>
                  </a:lnTo>
                  <a:lnTo>
                    <a:pt x="3953687" y="1130300"/>
                  </a:lnTo>
                  <a:lnTo>
                    <a:pt x="3963784" y="1104900"/>
                  </a:lnTo>
                  <a:lnTo>
                    <a:pt x="3973893" y="1079500"/>
                  </a:lnTo>
                  <a:lnTo>
                    <a:pt x="3992397" y="1041400"/>
                  </a:lnTo>
                  <a:lnTo>
                    <a:pt x="4009377" y="990600"/>
                  </a:lnTo>
                  <a:lnTo>
                    <a:pt x="4025074" y="939800"/>
                  </a:lnTo>
                  <a:lnTo>
                    <a:pt x="4039692" y="901700"/>
                  </a:lnTo>
                  <a:lnTo>
                    <a:pt x="4052671" y="850900"/>
                  </a:lnTo>
                  <a:lnTo>
                    <a:pt x="4063047" y="787400"/>
                  </a:lnTo>
                  <a:lnTo>
                    <a:pt x="4069740" y="736600"/>
                  </a:lnTo>
                  <a:lnTo>
                    <a:pt x="4071175" y="698500"/>
                  </a:lnTo>
                  <a:lnTo>
                    <a:pt x="4071658" y="685800"/>
                  </a:lnTo>
                  <a:lnTo>
                    <a:pt x="4068724" y="647700"/>
                  </a:lnTo>
                  <a:lnTo>
                    <a:pt x="4055821" y="584200"/>
                  </a:lnTo>
                  <a:lnTo>
                    <a:pt x="4035564" y="546100"/>
                  </a:lnTo>
                  <a:lnTo>
                    <a:pt x="4007091" y="508000"/>
                  </a:lnTo>
                  <a:lnTo>
                    <a:pt x="3970553" y="482600"/>
                  </a:lnTo>
                  <a:lnTo>
                    <a:pt x="3932529" y="457200"/>
                  </a:lnTo>
                  <a:lnTo>
                    <a:pt x="3891648" y="444500"/>
                  </a:lnTo>
                  <a:lnTo>
                    <a:pt x="3857358" y="444500"/>
                  </a:lnTo>
                  <a:lnTo>
                    <a:pt x="3857358" y="1206500"/>
                  </a:lnTo>
                  <a:lnTo>
                    <a:pt x="3850627" y="1231900"/>
                  </a:lnTo>
                  <a:lnTo>
                    <a:pt x="3837279" y="1257300"/>
                  </a:lnTo>
                  <a:lnTo>
                    <a:pt x="3818445" y="1295400"/>
                  </a:lnTo>
                  <a:lnTo>
                    <a:pt x="3794010" y="1308100"/>
                  </a:lnTo>
                  <a:lnTo>
                    <a:pt x="3763848" y="1333500"/>
                  </a:lnTo>
                  <a:lnTo>
                    <a:pt x="3665004" y="1333500"/>
                  </a:lnTo>
                  <a:lnTo>
                    <a:pt x="3647198" y="1371600"/>
                  </a:lnTo>
                  <a:lnTo>
                    <a:pt x="3624567" y="1422400"/>
                  </a:lnTo>
                  <a:lnTo>
                    <a:pt x="3597452" y="1460500"/>
                  </a:lnTo>
                  <a:lnTo>
                    <a:pt x="3566185" y="1511300"/>
                  </a:lnTo>
                  <a:lnTo>
                    <a:pt x="3531120" y="1549400"/>
                  </a:lnTo>
                  <a:lnTo>
                    <a:pt x="3492601" y="1574800"/>
                  </a:lnTo>
                  <a:lnTo>
                    <a:pt x="3450958" y="1612900"/>
                  </a:lnTo>
                  <a:lnTo>
                    <a:pt x="3406533" y="1625600"/>
                  </a:lnTo>
                  <a:lnTo>
                    <a:pt x="3402927" y="1676285"/>
                  </a:lnTo>
                  <a:lnTo>
                    <a:pt x="3400348" y="1714500"/>
                  </a:lnTo>
                  <a:lnTo>
                    <a:pt x="3397872" y="1765300"/>
                  </a:lnTo>
                  <a:lnTo>
                    <a:pt x="3394545" y="1803400"/>
                  </a:lnTo>
                  <a:lnTo>
                    <a:pt x="3349955" y="1841500"/>
                  </a:lnTo>
                  <a:lnTo>
                    <a:pt x="3261398" y="1892300"/>
                  </a:lnTo>
                  <a:lnTo>
                    <a:pt x="3218357" y="1930400"/>
                  </a:lnTo>
                  <a:lnTo>
                    <a:pt x="3193694" y="1906473"/>
                  </a:lnTo>
                  <a:lnTo>
                    <a:pt x="3193694" y="1943100"/>
                  </a:lnTo>
                  <a:lnTo>
                    <a:pt x="3133560" y="1993900"/>
                  </a:lnTo>
                  <a:lnTo>
                    <a:pt x="3103130" y="2032000"/>
                  </a:lnTo>
                  <a:lnTo>
                    <a:pt x="3072244" y="2057400"/>
                  </a:lnTo>
                  <a:lnTo>
                    <a:pt x="3051987" y="2019300"/>
                  </a:lnTo>
                  <a:lnTo>
                    <a:pt x="3035300" y="1993900"/>
                  </a:lnTo>
                  <a:lnTo>
                    <a:pt x="3022358" y="1955800"/>
                  </a:lnTo>
                  <a:lnTo>
                    <a:pt x="3016326" y="1930400"/>
                  </a:lnTo>
                  <a:lnTo>
                    <a:pt x="3013303" y="1917700"/>
                  </a:lnTo>
                  <a:lnTo>
                    <a:pt x="3014192" y="1892300"/>
                  </a:lnTo>
                  <a:lnTo>
                    <a:pt x="3027934" y="1866900"/>
                  </a:lnTo>
                  <a:lnTo>
                    <a:pt x="3050451" y="1854200"/>
                  </a:lnTo>
                  <a:lnTo>
                    <a:pt x="3077616" y="1854200"/>
                  </a:lnTo>
                  <a:lnTo>
                    <a:pt x="3109658" y="1866900"/>
                  </a:lnTo>
                  <a:lnTo>
                    <a:pt x="3138398" y="1892300"/>
                  </a:lnTo>
                  <a:lnTo>
                    <a:pt x="3165767" y="1917700"/>
                  </a:lnTo>
                  <a:lnTo>
                    <a:pt x="3193694" y="1943100"/>
                  </a:lnTo>
                  <a:lnTo>
                    <a:pt x="3193694" y="1906473"/>
                  </a:lnTo>
                  <a:lnTo>
                    <a:pt x="3179089" y="1892300"/>
                  </a:lnTo>
                  <a:lnTo>
                    <a:pt x="3159772" y="1879600"/>
                  </a:lnTo>
                  <a:lnTo>
                    <a:pt x="3141103" y="1854200"/>
                  </a:lnTo>
                  <a:lnTo>
                    <a:pt x="3139846" y="1841500"/>
                  </a:lnTo>
                  <a:lnTo>
                    <a:pt x="3137357" y="1816100"/>
                  </a:lnTo>
                  <a:lnTo>
                    <a:pt x="3133382" y="1778000"/>
                  </a:lnTo>
                  <a:lnTo>
                    <a:pt x="3129597" y="1727200"/>
                  </a:lnTo>
                  <a:lnTo>
                    <a:pt x="3126486" y="1689100"/>
                  </a:lnTo>
                  <a:lnTo>
                    <a:pt x="3205759" y="1689100"/>
                  </a:lnTo>
                  <a:lnTo>
                    <a:pt x="3232289" y="1701800"/>
                  </a:lnTo>
                  <a:lnTo>
                    <a:pt x="3241294" y="1701800"/>
                  </a:lnTo>
                  <a:lnTo>
                    <a:pt x="3246920" y="1689100"/>
                  </a:lnTo>
                  <a:lnTo>
                    <a:pt x="3249726" y="1676285"/>
                  </a:lnTo>
                  <a:lnTo>
                    <a:pt x="3201212" y="1663700"/>
                  </a:lnTo>
                  <a:lnTo>
                    <a:pt x="3152394" y="1663700"/>
                  </a:lnTo>
                  <a:lnTo>
                    <a:pt x="3010458" y="1625600"/>
                  </a:lnTo>
                  <a:lnTo>
                    <a:pt x="2965958" y="1600200"/>
                  </a:lnTo>
                  <a:lnTo>
                    <a:pt x="2923514" y="1574800"/>
                  </a:lnTo>
                  <a:lnTo>
                    <a:pt x="2883522" y="1549400"/>
                  </a:lnTo>
                  <a:lnTo>
                    <a:pt x="2843809" y="1511300"/>
                  </a:lnTo>
                  <a:lnTo>
                    <a:pt x="2810433" y="1473200"/>
                  </a:lnTo>
                  <a:lnTo>
                    <a:pt x="2784259" y="1422400"/>
                  </a:lnTo>
                  <a:lnTo>
                    <a:pt x="2766149" y="1371600"/>
                  </a:lnTo>
                  <a:lnTo>
                    <a:pt x="2756979" y="1320800"/>
                  </a:lnTo>
                  <a:lnTo>
                    <a:pt x="2754503" y="1270000"/>
                  </a:lnTo>
                  <a:lnTo>
                    <a:pt x="2755608" y="1219200"/>
                  </a:lnTo>
                  <a:lnTo>
                    <a:pt x="2759062" y="1168400"/>
                  </a:lnTo>
                  <a:lnTo>
                    <a:pt x="2763621" y="1117600"/>
                  </a:lnTo>
                  <a:lnTo>
                    <a:pt x="2768066" y="1066800"/>
                  </a:lnTo>
                  <a:lnTo>
                    <a:pt x="2772892" y="1003300"/>
                  </a:lnTo>
                  <a:lnTo>
                    <a:pt x="2777159" y="952500"/>
                  </a:lnTo>
                  <a:lnTo>
                    <a:pt x="2780766" y="901700"/>
                  </a:lnTo>
                  <a:lnTo>
                    <a:pt x="2783586" y="850900"/>
                  </a:lnTo>
                  <a:lnTo>
                    <a:pt x="2785503" y="800100"/>
                  </a:lnTo>
                  <a:lnTo>
                    <a:pt x="2786418" y="749300"/>
                  </a:lnTo>
                  <a:lnTo>
                    <a:pt x="2786303" y="723900"/>
                  </a:lnTo>
                  <a:lnTo>
                    <a:pt x="2786202" y="698500"/>
                  </a:lnTo>
                  <a:lnTo>
                    <a:pt x="2835211" y="698500"/>
                  </a:lnTo>
                  <a:lnTo>
                    <a:pt x="2929864" y="673100"/>
                  </a:lnTo>
                  <a:lnTo>
                    <a:pt x="2974848" y="647700"/>
                  </a:lnTo>
                  <a:lnTo>
                    <a:pt x="2968244" y="660400"/>
                  </a:lnTo>
                  <a:lnTo>
                    <a:pt x="2962567" y="673100"/>
                  </a:lnTo>
                  <a:lnTo>
                    <a:pt x="2959150" y="685800"/>
                  </a:lnTo>
                  <a:lnTo>
                    <a:pt x="2959341" y="698500"/>
                  </a:lnTo>
                  <a:lnTo>
                    <a:pt x="2968282" y="723900"/>
                  </a:lnTo>
                  <a:lnTo>
                    <a:pt x="2988284" y="749300"/>
                  </a:lnTo>
                  <a:lnTo>
                    <a:pt x="3014865" y="762000"/>
                  </a:lnTo>
                  <a:lnTo>
                    <a:pt x="3043504" y="762000"/>
                  </a:lnTo>
                  <a:lnTo>
                    <a:pt x="3091446" y="774700"/>
                  </a:lnTo>
                  <a:lnTo>
                    <a:pt x="3139186" y="774700"/>
                  </a:lnTo>
                  <a:lnTo>
                    <a:pt x="3278441" y="736600"/>
                  </a:lnTo>
                  <a:lnTo>
                    <a:pt x="3322586" y="711200"/>
                  </a:lnTo>
                  <a:lnTo>
                    <a:pt x="3365106" y="698500"/>
                  </a:lnTo>
                  <a:lnTo>
                    <a:pt x="3368687" y="698500"/>
                  </a:lnTo>
                  <a:lnTo>
                    <a:pt x="3373551" y="711200"/>
                  </a:lnTo>
                  <a:lnTo>
                    <a:pt x="3380689" y="723900"/>
                  </a:lnTo>
                  <a:lnTo>
                    <a:pt x="3391090" y="723900"/>
                  </a:lnTo>
                  <a:lnTo>
                    <a:pt x="3416693" y="736600"/>
                  </a:lnTo>
                  <a:lnTo>
                    <a:pt x="3442601" y="736600"/>
                  </a:lnTo>
                  <a:lnTo>
                    <a:pt x="3468293" y="723900"/>
                  </a:lnTo>
                  <a:lnTo>
                    <a:pt x="3493236" y="723900"/>
                  </a:lnTo>
                  <a:lnTo>
                    <a:pt x="3473577" y="749300"/>
                  </a:lnTo>
                  <a:lnTo>
                    <a:pt x="3455352" y="787400"/>
                  </a:lnTo>
                  <a:lnTo>
                    <a:pt x="3442805" y="825500"/>
                  </a:lnTo>
                  <a:lnTo>
                    <a:pt x="3440163" y="863600"/>
                  </a:lnTo>
                  <a:lnTo>
                    <a:pt x="3443363" y="889000"/>
                  </a:lnTo>
                  <a:lnTo>
                    <a:pt x="3451834" y="901700"/>
                  </a:lnTo>
                  <a:lnTo>
                    <a:pt x="3464268" y="914400"/>
                  </a:lnTo>
                  <a:lnTo>
                    <a:pt x="3479317" y="927100"/>
                  </a:lnTo>
                  <a:lnTo>
                    <a:pt x="3515156" y="927100"/>
                  </a:lnTo>
                  <a:lnTo>
                    <a:pt x="3530854" y="914400"/>
                  </a:lnTo>
                  <a:lnTo>
                    <a:pt x="3544519" y="901700"/>
                  </a:lnTo>
                  <a:lnTo>
                    <a:pt x="3534613" y="939800"/>
                  </a:lnTo>
                  <a:lnTo>
                    <a:pt x="3533457" y="990600"/>
                  </a:lnTo>
                  <a:lnTo>
                    <a:pt x="3540163" y="1041400"/>
                  </a:lnTo>
                  <a:lnTo>
                    <a:pt x="3553828" y="1079500"/>
                  </a:lnTo>
                  <a:lnTo>
                    <a:pt x="3586480" y="1130300"/>
                  </a:lnTo>
                  <a:lnTo>
                    <a:pt x="3610356" y="1143000"/>
                  </a:lnTo>
                  <a:lnTo>
                    <a:pt x="3662857" y="1143000"/>
                  </a:lnTo>
                  <a:lnTo>
                    <a:pt x="3685324" y="1130300"/>
                  </a:lnTo>
                  <a:lnTo>
                    <a:pt x="3729177" y="1104900"/>
                  </a:lnTo>
                  <a:lnTo>
                    <a:pt x="3807409" y="1104900"/>
                  </a:lnTo>
                  <a:lnTo>
                    <a:pt x="3829532" y="1130300"/>
                  </a:lnTo>
                  <a:lnTo>
                    <a:pt x="3848265" y="1143000"/>
                  </a:lnTo>
                  <a:lnTo>
                    <a:pt x="3857053" y="1181100"/>
                  </a:lnTo>
                  <a:lnTo>
                    <a:pt x="3857358" y="1206500"/>
                  </a:lnTo>
                  <a:lnTo>
                    <a:pt x="3857358" y="444500"/>
                  </a:lnTo>
                  <a:lnTo>
                    <a:pt x="3807066" y="444500"/>
                  </a:lnTo>
                  <a:lnTo>
                    <a:pt x="3781501" y="406400"/>
                  </a:lnTo>
                  <a:lnTo>
                    <a:pt x="3753281" y="381000"/>
                  </a:lnTo>
                  <a:lnTo>
                    <a:pt x="3722497" y="342900"/>
                  </a:lnTo>
                  <a:lnTo>
                    <a:pt x="3689261" y="317500"/>
                  </a:lnTo>
                  <a:lnTo>
                    <a:pt x="3647541" y="292100"/>
                  </a:lnTo>
                  <a:lnTo>
                    <a:pt x="3603421" y="266700"/>
                  </a:lnTo>
                  <a:lnTo>
                    <a:pt x="3557359" y="241300"/>
                  </a:lnTo>
                  <a:lnTo>
                    <a:pt x="3461232" y="215900"/>
                  </a:lnTo>
                  <a:lnTo>
                    <a:pt x="3412058" y="215900"/>
                  </a:lnTo>
                  <a:lnTo>
                    <a:pt x="3362769" y="203200"/>
                  </a:lnTo>
                  <a:lnTo>
                    <a:pt x="3210877" y="203200"/>
                  </a:lnTo>
                  <a:lnTo>
                    <a:pt x="2965132" y="266700"/>
                  </a:lnTo>
                  <a:lnTo>
                    <a:pt x="2919831" y="292100"/>
                  </a:lnTo>
                  <a:lnTo>
                    <a:pt x="2875153" y="304800"/>
                  </a:lnTo>
                  <a:lnTo>
                    <a:pt x="2831007" y="330200"/>
                  </a:lnTo>
                  <a:lnTo>
                    <a:pt x="2787256" y="342900"/>
                  </a:lnTo>
                  <a:lnTo>
                    <a:pt x="2743809" y="368300"/>
                  </a:lnTo>
                  <a:lnTo>
                    <a:pt x="2709100" y="381000"/>
                  </a:lnTo>
                  <a:lnTo>
                    <a:pt x="2636253" y="406400"/>
                  </a:lnTo>
                  <a:lnTo>
                    <a:pt x="2598445" y="393700"/>
                  </a:lnTo>
                  <a:lnTo>
                    <a:pt x="2581656" y="393700"/>
                  </a:lnTo>
                  <a:lnTo>
                    <a:pt x="2565666" y="381000"/>
                  </a:lnTo>
                  <a:lnTo>
                    <a:pt x="2549296" y="381000"/>
                  </a:lnTo>
                  <a:lnTo>
                    <a:pt x="2531376" y="368300"/>
                  </a:lnTo>
                  <a:lnTo>
                    <a:pt x="2522702" y="393700"/>
                  </a:lnTo>
                  <a:lnTo>
                    <a:pt x="2526627" y="419100"/>
                  </a:lnTo>
                  <a:lnTo>
                    <a:pt x="2538920" y="444500"/>
                  </a:lnTo>
                  <a:lnTo>
                    <a:pt x="2555367" y="457200"/>
                  </a:lnTo>
                  <a:lnTo>
                    <a:pt x="2526207" y="495300"/>
                  </a:lnTo>
                  <a:lnTo>
                    <a:pt x="2509101" y="533400"/>
                  </a:lnTo>
                  <a:lnTo>
                    <a:pt x="2503627" y="584200"/>
                  </a:lnTo>
                  <a:lnTo>
                    <a:pt x="2509342" y="635000"/>
                  </a:lnTo>
                  <a:lnTo>
                    <a:pt x="2525826" y="673100"/>
                  </a:lnTo>
                  <a:lnTo>
                    <a:pt x="2552662" y="711200"/>
                  </a:lnTo>
                  <a:lnTo>
                    <a:pt x="2589415" y="736600"/>
                  </a:lnTo>
                  <a:lnTo>
                    <a:pt x="2629979" y="762000"/>
                  </a:lnTo>
                  <a:lnTo>
                    <a:pt x="2760967" y="762000"/>
                  </a:lnTo>
                  <a:lnTo>
                    <a:pt x="2758757" y="812800"/>
                  </a:lnTo>
                  <a:lnTo>
                    <a:pt x="2756192" y="863600"/>
                  </a:lnTo>
                  <a:lnTo>
                    <a:pt x="2753207" y="914400"/>
                  </a:lnTo>
                  <a:lnTo>
                    <a:pt x="2749702" y="965200"/>
                  </a:lnTo>
                  <a:lnTo>
                    <a:pt x="2745600" y="1016000"/>
                  </a:lnTo>
                  <a:lnTo>
                    <a:pt x="2740558" y="1079500"/>
                  </a:lnTo>
                  <a:lnTo>
                    <a:pt x="2735554" y="1130300"/>
                  </a:lnTo>
                  <a:lnTo>
                    <a:pt x="2731312" y="1181100"/>
                  </a:lnTo>
                  <a:lnTo>
                    <a:pt x="2728595" y="1231900"/>
                  </a:lnTo>
                  <a:lnTo>
                    <a:pt x="2728163" y="1282700"/>
                  </a:lnTo>
                  <a:lnTo>
                    <a:pt x="2732684" y="1333500"/>
                  </a:lnTo>
                  <a:lnTo>
                    <a:pt x="2743873" y="1384300"/>
                  </a:lnTo>
                  <a:lnTo>
                    <a:pt x="2761742" y="1435100"/>
                  </a:lnTo>
                  <a:lnTo>
                    <a:pt x="2786303" y="1485900"/>
                  </a:lnTo>
                  <a:lnTo>
                    <a:pt x="2817558" y="1524000"/>
                  </a:lnTo>
                  <a:lnTo>
                    <a:pt x="2851061" y="1562100"/>
                  </a:lnTo>
                  <a:lnTo>
                    <a:pt x="2887751" y="1587500"/>
                  </a:lnTo>
                  <a:lnTo>
                    <a:pt x="2927108" y="1612900"/>
                  </a:lnTo>
                  <a:lnTo>
                    <a:pt x="2968587" y="1638300"/>
                  </a:lnTo>
                  <a:lnTo>
                    <a:pt x="3100197" y="1676285"/>
                  </a:lnTo>
                  <a:lnTo>
                    <a:pt x="3100565" y="1676285"/>
                  </a:lnTo>
                  <a:lnTo>
                    <a:pt x="3103410" y="1727200"/>
                  </a:lnTo>
                  <a:lnTo>
                    <a:pt x="3105607" y="1765300"/>
                  </a:lnTo>
                  <a:lnTo>
                    <a:pt x="3108617" y="1803400"/>
                  </a:lnTo>
                  <a:lnTo>
                    <a:pt x="3113938" y="1841500"/>
                  </a:lnTo>
                  <a:lnTo>
                    <a:pt x="3098927" y="1828800"/>
                  </a:lnTo>
                  <a:lnTo>
                    <a:pt x="3082988" y="1828800"/>
                  </a:lnTo>
                  <a:lnTo>
                    <a:pt x="3066326" y="1816100"/>
                  </a:lnTo>
                  <a:lnTo>
                    <a:pt x="3049155" y="1828800"/>
                  </a:lnTo>
                  <a:lnTo>
                    <a:pt x="3024682" y="1841500"/>
                  </a:lnTo>
                  <a:lnTo>
                    <a:pt x="3004680" y="1854200"/>
                  </a:lnTo>
                  <a:lnTo>
                    <a:pt x="2989656" y="1879600"/>
                  </a:lnTo>
                  <a:lnTo>
                    <a:pt x="2980156" y="1905000"/>
                  </a:lnTo>
                  <a:lnTo>
                    <a:pt x="2932722" y="1930400"/>
                  </a:lnTo>
                  <a:lnTo>
                    <a:pt x="2886926" y="1955800"/>
                  </a:lnTo>
                  <a:lnTo>
                    <a:pt x="2842831" y="1981200"/>
                  </a:lnTo>
                  <a:lnTo>
                    <a:pt x="2800540" y="2019300"/>
                  </a:lnTo>
                  <a:lnTo>
                    <a:pt x="2760129" y="2057400"/>
                  </a:lnTo>
                  <a:lnTo>
                    <a:pt x="2721686" y="2082800"/>
                  </a:lnTo>
                  <a:lnTo>
                    <a:pt x="2686062" y="2120900"/>
                  </a:lnTo>
                  <a:lnTo>
                    <a:pt x="2650998" y="2159000"/>
                  </a:lnTo>
                  <a:lnTo>
                    <a:pt x="2616441" y="2197100"/>
                  </a:lnTo>
                  <a:lnTo>
                    <a:pt x="2582341" y="2222500"/>
                  </a:lnTo>
                  <a:lnTo>
                    <a:pt x="2548623" y="2260600"/>
                  </a:lnTo>
                  <a:lnTo>
                    <a:pt x="2482164" y="2336800"/>
                  </a:lnTo>
                  <a:lnTo>
                    <a:pt x="2467648" y="2349500"/>
                  </a:lnTo>
                  <a:lnTo>
                    <a:pt x="2452420" y="2374900"/>
                  </a:lnTo>
                  <a:lnTo>
                    <a:pt x="2435974" y="2387600"/>
                  </a:lnTo>
                  <a:lnTo>
                    <a:pt x="2417851" y="2400300"/>
                  </a:lnTo>
                  <a:lnTo>
                    <a:pt x="2377173" y="2400300"/>
                  </a:lnTo>
                  <a:lnTo>
                    <a:pt x="2363825" y="2387600"/>
                  </a:lnTo>
                  <a:lnTo>
                    <a:pt x="2264029" y="2362200"/>
                  </a:lnTo>
                  <a:lnTo>
                    <a:pt x="2214029" y="2336800"/>
                  </a:lnTo>
                  <a:lnTo>
                    <a:pt x="2063483" y="2298700"/>
                  </a:lnTo>
                  <a:lnTo>
                    <a:pt x="2013089" y="2273300"/>
                  </a:lnTo>
                  <a:lnTo>
                    <a:pt x="1982800" y="2265692"/>
                  </a:lnTo>
                  <a:lnTo>
                    <a:pt x="1982800" y="2298700"/>
                  </a:lnTo>
                  <a:lnTo>
                    <a:pt x="1964969" y="2336800"/>
                  </a:lnTo>
                  <a:lnTo>
                    <a:pt x="1947430" y="2387600"/>
                  </a:lnTo>
                  <a:lnTo>
                    <a:pt x="1930260" y="2438400"/>
                  </a:lnTo>
                  <a:lnTo>
                    <a:pt x="1913559" y="2476500"/>
                  </a:lnTo>
                  <a:lnTo>
                    <a:pt x="1897380" y="2527300"/>
                  </a:lnTo>
                  <a:lnTo>
                    <a:pt x="1881822" y="2565400"/>
                  </a:lnTo>
                  <a:lnTo>
                    <a:pt x="1871891" y="2565400"/>
                  </a:lnTo>
                  <a:lnTo>
                    <a:pt x="1844243" y="2540000"/>
                  </a:lnTo>
                  <a:lnTo>
                    <a:pt x="1817484" y="2514600"/>
                  </a:lnTo>
                  <a:lnTo>
                    <a:pt x="1765198" y="2463800"/>
                  </a:lnTo>
                  <a:lnTo>
                    <a:pt x="1781136" y="2413000"/>
                  </a:lnTo>
                  <a:lnTo>
                    <a:pt x="1813534" y="2311400"/>
                  </a:lnTo>
                  <a:lnTo>
                    <a:pt x="1829435" y="2260600"/>
                  </a:lnTo>
                  <a:lnTo>
                    <a:pt x="1867890" y="2260600"/>
                  </a:lnTo>
                  <a:lnTo>
                    <a:pt x="1982800" y="2298700"/>
                  </a:lnTo>
                  <a:lnTo>
                    <a:pt x="1982800" y="2265692"/>
                  </a:lnTo>
                  <a:lnTo>
                    <a:pt x="1962581" y="2260600"/>
                  </a:lnTo>
                  <a:lnTo>
                    <a:pt x="1911934" y="2247900"/>
                  </a:lnTo>
                  <a:lnTo>
                    <a:pt x="1886381" y="2247900"/>
                  </a:lnTo>
                  <a:lnTo>
                    <a:pt x="1860702" y="2235200"/>
                  </a:lnTo>
                  <a:lnTo>
                    <a:pt x="1834781" y="2235200"/>
                  </a:lnTo>
                  <a:lnTo>
                    <a:pt x="1808480" y="2222500"/>
                  </a:lnTo>
                  <a:lnTo>
                    <a:pt x="1801723" y="2218550"/>
                  </a:lnTo>
                  <a:lnTo>
                    <a:pt x="1801723" y="2247900"/>
                  </a:lnTo>
                  <a:lnTo>
                    <a:pt x="1789391" y="2298700"/>
                  </a:lnTo>
                  <a:lnTo>
                    <a:pt x="1776463" y="2336800"/>
                  </a:lnTo>
                  <a:lnTo>
                    <a:pt x="1763445" y="2374900"/>
                  </a:lnTo>
                  <a:lnTo>
                    <a:pt x="1750796" y="2413000"/>
                  </a:lnTo>
                  <a:lnTo>
                    <a:pt x="1736051" y="2400300"/>
                  </a:lnTo>
                  <a:lnTo>
                    <a:pt x="1723999" y="2387600"/>
                  </a:lnTo>
                  <a:lnTo>
                    <a:pt x="1711337" y="2374900"/>
                  </a:lnTo>
                  <a:lnTo>
                    <a:pt x="1694827" y="2362200"/>
                  </a:lnTo>
                  <a:lnTo>
                    <a:pt x="1489798" y="2362200"/>
                  </a:lnTo>
                  <a:lnTo>
                    <a:pt x="1475295" y="2349500"/>
                  </a:lnTo>
                  <a:lnTo>
                    <a:pt x="1427530" y="2324100"/>
                  </a:lnTo>
                  <a:lnTo>
                    <a:pt x="1404010" y="2324100"/>
                  </a:lnTo>
                  <a:lnTo>
                    <a:pt x="1382039" y="2298700"/>
                  </a:lnTo>
                  <a:lnTo>
                    <a:pt x="1369364" y="2286000"/>
                  </a:lnTo>
                  <a:lnTo>
                    <a:pt x="1359433" y="2260600"/>
                  </a:lnTo>
                  <a:lnTo>
                    <a:pt x="1351876" y="2235200"/>
                  </a:lnTo>
                  <a:lnTo>
                    <a:pt x="1348816" y="2228202"/>
                  </a:lnTo>
                  <a:lnTo>
                    <a:pt x="1348816" y="2298700"/>
                  </a:lnTo>
                  <a:lnTo>
                    <a:pt x="1323124" y="2286000"/>
                  </a:lnTo>
                  <a:lnTo>
                    <a:pt x="1301394" y="2260600"/>
                  </a:lnTo>
                  <a:lnTo>
                    <a:pt x="1282090" y="2235200"/>
                  </a:lnTo>
                  <a:lnTo>
                    <a:pt x="1263688" y="2197100"/>
                  </a:lnTo>
                  <a:lnTo>
                    <a:pt x="1253794" y="2184400"/>
                  </a:lnTo>
                  <a:lnTo>
                    <a:pt x="1243533" y="2171700"/>
                  </a:lnTo>
                  <a:lnTo>
                    <a:pt x="1233868" y="2159000"/>
                  </a:lnTo>
                  <a:lnTo>
                    <a:pt x="1225715" y="2146300"/>
                  </a:lnTo>
                  <a:lnTo>
                    <a:pt x="1255483" y="2159000"/>
                  </a:lnTo>
                  <a:lnTo>
                    <a:pt x="1280553" y="2171700"/>
                  </a:lnTo>
                  <a:lnTo>
                    <a:pt x="1301191" y="2197100"/>
                  </a:lnTo>
                  <a:lnTo>
                    <a:pt x="1317663" y="2222500"/>
                  </a:lnTo>
                  <a:lnTo>
                    <a:pt x="1325435" y="2247900"/>
                  </a:lnTo>
                  <a:lnTo>
                    <a:pt x="1333131" y="2260600"/>
                  </a:lnTo>
                  <a:lnTo>
                    <a:pt x="1340878" y="2286000"/>
                  </a:lnTo>
                  <a:lnTo>
                    <a:pt x="1348816" y="2298700"/>
                  </a:lnTo>
                  <a:lnTo>
                    <a:pt x="1348816" y="2228202"/>
                  </a:lnTo>
                  <a:lnTo>
                    <a:pt x="1346327" y="2222500"/>
                  </a:lnTo>
                  <a:lnTo>
                    <a:pt x="1346009" y="2209800"/>
                  </a:lnTo>
                  <a:lnTo>
                    <a:pt x="1351559" y="2197100"/>
                  </a:lnTo>
                  <a:lnTo>
                    <a:pt x="1360881" y="2197100"/>
                  </a:lnTo>
                  <a:lnTo>
                    <a:pt x="1371841" y="2184400"/>
                  </a:lnTo>
                  <a:lnTo>
                    <a:pt x="1388008" y="2222500"/>
                  </a:lnTo>
                  <a:lnTo>
                    <a:pt x="1404353" y="2247900"/>
                  </a:lnTo>
                  <a:lnTo>
                    <a:pt x="1422273" y="2273300"/>
                  </a:lnTo>
                  <a:lnTo>
                    <a:pt x="1443177" y="2298700"/>
                  </a:lnTo>
                  <a:lnTo>
                    <a:pt x="1451635" y="2311400"/>
                  </a:lnTo>
                  <a:lnTo>
                    <a:pt x="1461020" y="2324100"/>
                  </a:lnTo>
                  <a:lnTo>
                    <a:pt x="1484807" y="2324100"/>
                  </a:lnTo>
                  <a:lnTo>
                    <a:pt x="1486141" y="2311400"/>
                  </a:lnTo>
                  <a:lnTo>
                    <a:pt x="1485646" y="2311400"/>
                  </a:lnTo>
                  <a:lnTo>
                    <a:pt x="1481569" y="2298700"/>
                  </a:lnTo>
                  <a:lnTo>
                    <a:pt x="1459471" y="2286000"/>
                  </a:lnTo>
                  <a:lnTo>
                    <a:pt x="1440599" y="2260600"/>
                  </a:lnTo>
                  <a:lnTo>
                    <a:pt x="1425143" y="2235200"/>
                  </a:lnTo>
                  <a:lnTo>
                    <a:pt x="1413332" y="2209800"/>
                  </a:lnTo>
                  <a:lnTo>
                    <a:pt x="1434465" y="2209800"/>
                  </a:lnTo>
                  <a:lnTo>
                    <a:pt x="1451889" y="2235200"/>
                  </a:lnTo>
                  <a:lnTo>
                    <a:pt x="1467205" y="2247900"/>
                  </a:lnTo>
                  <a:lnTo>
                    <a:pt x="1481975" y="2260600"/>
                  </a:lnTo>
                  <a:lnTo>
                    <a:pt x="1499895" y="2260600"/>
                  </a:lnTo>
                  <a:lnTo>
                    <a:pt x="1484414" y="2222500"/>
                  </a:lnTo>
                  <a:lnTo>
                    <a:pt x="1463040" y="2209800"/>
                  </a:lnTo>
                  <a:lnTo>
                    <a:pt x="1436624" y="2184400"/>
                  </a:lnTo>
                  <a:lnTo>
                    <a:pt x="1406017" y="2184400"/>
                  </a:lnTo>
                  <a:lnTo>
                    <a:pt x="1393977" y="2171700"/>
                  </a:lnTo>
                  <a:lnTo>
                    <a:pt x="1341932" y="2171700"/>
                  </a:lnTo>
                  <a:lnTo>
                    <a:pt x="1335709" y="2184400"/>
                  </a:lnTo>
                  <a:lnTo>
                    <a:pt x="1329372" y="2184400"/>
                  </a:lnTo>
                  <a:lnTo>
                    <a:pt x="1317688" y="2171700"/>
                  </a:lnTo>
                  <a:lnTo>
                    <a:pt x="1305699" y="2159000"/>
                  </a:lnTo>
                  <a:lnTo>
                    <a:pt x="1293241" y="2146300"/>
                  </a:lnTo>
                  <a:lnTo>
                    <a:pt x="1280160" y="2133600"/>
                  </a:lnTo>
                  <a:lnTo>
                    <a:pt x="1548218" y="2133600"/>
                  </a:lnTo>
                  <a:lnTo>
                    <a:pt x="1549044" y="2120900"/>
                  </a:lnTo>
                  <a:lnTo>
                    <a:pt x="1536776" y="2120900"/>
                  </a:lnTo>
                  <a:lnTo>
                    <a:pt x="1523390" y="2108200"/>
                  </a:lnTo>
                  <a:lnTo>
                    <a:pt x="1509712" y="2095500"/>
                  </a:lnTo>
                  <a:lnTo>
                    <a:pt x="1496225" y="2082800"/>
                  </a:lnTo>
                  <a:lnTo>
                    <a:pt x="1483423" y="2070100"/>
                  </a:lnTo>
                  <a:lnTo>
                    <a:pt x="1479359" y="2057400"/>
                  </a:lnTo>
                  <a:lnTo>
                    <a:pt x="1476400" y="2057400"/>
                  </a:lnTo>
                  <a:lnTo>
                    <a:pt x="1475371" y="2044700"/>
                  </a:lnTo>
                  <a:lnTo>
                    <a:pt x="1529816" y="2044700"/>
                  </a:lnTo>
                  <a:lnTo>
                    <a:pt x="1573225" y="2070100"/>
                  </a:lnTo>
                  <a:lnTo>
                    <a:pt x="1614855" y="2082800"/>
                  </a:lnTo>
                  <a:lnTo>
                    <a:pt x="1653768" y="2108200"/>
                  </a:lnTo>
                  <a:lnTo>
                    <a:pt x="1689036" y="2146300"/>
                  </a:lnTo>
                  <a:lnTo>
                    <a:pt x="1717357" y="2171700"/>
                  </a:lnTo>
                  <a:lnTo>
                    <a:pt x="1744319" y="2197100"/>
                  </a:lnTo>
                  <a:lnTo>
                    <a:pt x="1771815" y="2222500"/>
                  </a:lnTo>
                  <a:lnTo>
                    <a:pt x="1801723" y="2247900"/>
                  </a:lnTo>
                  <a:lnTo>
                    <a:pt x="1801723" y="2218550"/>
                  </a:lnTo>
                  <a:lnTo>
                    <a:pt x="1786775" y="2209800"/>
                  </a:lnTo>
                  <a:lnTo>
                    <a:pt x="1766531" y="2184400"/>
                  </a:lnTo>
                  <a:lnTo>
                    <a:pt x="1746694" y="2159000"/>
                  </a:lnTo>
                  <a:lnTo>
                    <a:pt x="1726184" y="2146300"/>
                  </a:lnTo>
                  <a:lnTo>
                    <a:pt x="1880489" y="2146300"/>
                  </a:lnTo>
                  <a:lnTo>
                    <a:pt x="1931936" y="2133600"/>
                  </a:lnTo>
                  <a:lnTo>
                    <a:pt x="2254593" y="2133600"/>
                  </a:lnTo>
                  <a:lnTo>
                    <a:pt x="2254986" y="2120900"/>
                  </a:lnTo>
                  <a:lnTo>
                    <a:pt x="2253183" y="2057400"/>
                  </a:lnTo>
                  <a:lnTo>
                    <a:pt x="2252827" y="2032000"/>
                  </a:lnTo>
                  <a:lnTo>
                    <a:pt x="2254224" y="1993900"/>
                  </a:lnTo>
                  <a:lnTo>
                    <a:pt x="2254186" y="1574800"/>
                  </a:lnTo>
                  <a:lnTo>
                    <a:pt x="2254085" y="1562100"/>
                  </a:lnTo>
                  <a:lnTo>
                    <a:pt x="2253983" y="1549400"/>
                  </a:lnTo>
                  <a:lnTo>
                    <a:pt x="2253881" y="1536700"/>
                  </a:lnTo>
                  <a:lnTo>
                    <a:pt x="2253259" y="1485900"/>
                  </a:lnTo>
                  <a:lnTo>
                    <a:pt x="2252370" y="1435100"/>
                  </a:lnTo>
                  <a:lnTo>
                    <a:pt x="2252230" y="1371600"/>
                  </a:lnTo>
                  <a:lnTo>
                    <a:pt x="2252116" y="1308100"/>
                  </a:lnTo>
                  <a:lnTo>
                    <a:pt x="2252002" y="1206500"/>
                  </a:lnTo>
                  <a:lnTo>
                    <a:pt x="2251887" y="254000"/>
                  </a:lnTo>
                  <a:lnTo>
                    <a:pt x="2257196" y="254000"/>
                  </a:lnTo>
                  <a:lnTo>
                    <a:pt x="2262632" y="241300"/>
                  </a:lnTo>
                  <a:lnTo>
                    <a:pt x="2268016" y="241300"/>
                  </a:lnTo>
                  <a:lnTo>
                    <a:pt x="2268143" y="228600"/>
                  </a:lnTo>
                  <a:lnTo>
                    <a:pt x="2268270" y="215900"/>
                  </a:lnTo>
                  <a:lnTo>
                    <a:pt x="2268397" y="152400"/>
                  </a:lnTo>
                  <a:lnTo>
                    <a:pt x="2268283" y="139700"/>
                  </a:lnTo>
                  <a:lnTo>
                    <a:pt x="2255964" y="127000"/>
                  </a:lnTo>
                  <a:lnTo>
                    <a:pt x="2242032" y="127000"/>
                  </a:lnTo>
                  <a:lnTo>
                    <a:pt x="2242032" y="228600"/>
                  </a:lnTo>
                  <a:lnTo>
                    <a:pt x="2230513" y="228600"/>
                  </a:lnTo>
                  <a:lnTo>
                    <a:pt x="2230513" y="2108200"/>
                  </a:lnTo>
                  <a:lnTo>
                    <a:pt x="1769948" y="2108200"/>
                  </a:lnTo>
                  <a:lnTo>
                    <a:pt x="1731302" y="2108200"/>
                  </a:lnTo>
                  <a:lnTo>
                    <a:pt x="1714906" y="2120900"/>
                  </a:lnTo>
                  <a:lnTo>
                    <a:pt x="1698752" y="2108200"/>
                  </a:lnTo>
                  <a:lnTo>
                    <a:pt x="1654111" y="2082800"/>
                  </a:lnTo>
                  <a:lnTo>
                    <a:pt x="1606245" y="2057400"/>
                  </a:lnTo>
                  <a:lnTo>
                    <a:pt x="1580857" y="2044700"/>
                  </a:lnTo>
                  <a:lnTo>
                    <a:pt x="1555470" y="2032000"/>
                  </a:lnTo>
                  <a:lnTo>
                    <a:pt x="1502105" y="2019300"/>
                  </a:lnTo>
                  <a:lnTo>
                    <a:pt x="1464830" y="2019300"/>
                  </a:lnTo>
                  <a:lnTo>
                    <a:pt x="1451876" y="2032000"/>
                  </a:lnTo>
                  <a:lnTo>
                    <a:pt x="1448346" y="2057400"/>
                  </a:lnTo>
                  <a:lnTo>
                    <a:pt x="1455699" y="2070100"/>
                  </a:lnTo>
                  <a:lnTo>
                    <a:pt x="1468170" y="2082800"/>
                  </a:lnTo>
                  <a:lnTo>
                    <a:pt x="1483436" y="2095500"/>
                  </a:lnTo>
                  <a:lnTo>
                    <a:pt x="1499209" y="2108200"/>
                  </a:lnTo>
                  <a:lnTo>
                    <a:pt x="1232331" y="2108200"/>
                  </a:lnTo>
                  <a:lnTo>
                    <a:pt x="1190205" y="2082800"/>
                  </a:lnTo>
                  <a:lnTo>
                    <a:pt x="933119" y="1930400"/>
                  </a:lnTo>
                  <a:lnTo>
                    <a:pt x="933678" y="1917700"/>
                  </a:lnTo>
                  <a:lnTo>
                    <a:pt x="876185" y="1917700"/>
                  </a:lnTo>
                  <a:lnTo>
                    <a:pt x="876668" y="1930400"/>
                  </a:lnTo>
                  <a:lnTo>
                    <a:pt x="877912" y="1943100"/>
                  </a:lnTo>
                  <a:lnTo>
                    <a:pt x="1057668" y="2044700"/>
                  </a:lnTo>
                  <a:lnTo>
                    <a:pt x="1087742" y="2070100"/>
                  </a:lnTo>
                  <a:lnTo>
                    <a:pt x="1148041" y="2095500"/>
                  </a:lnTo>
                  <a:lnTo>
                    <a:pt x="1178839" y="2120900"/>
                  </a:lnTo>
                  <a:lnTo>
                    <a:pt x="1153160" y="2108200"/>
                  </a:lnTo>
                  <a:lnTo>
                    <a:pt x="324573" y="2108200"/>
                  </a:lnTo>
                  <a:lnTo>
                    <a:pt x="324535" y="1346200"/>
                  </a:lnTo>
                  <a:lnTo>
                    <a:pt x="324408" y="406400"/>
                  </a:lnTo>
                  <a:lnTo>
                    <a:pt x="324281" y="330200"/>
                  </a:lnTo>
                  <a:lnTo>
                    <a:pt x="324154" y="254000"/>
                  </a:lnTo>
                  <a:lnTo>
                    <a:pt x="2229281" y="254000"/>
                  </a:lnTo>
                  <a:lnTo>
                    <a:pt x="2229383" y="419100"/>
                  </a:lnTo>
                  <a:lnTo>
                    <a:pt x="2229510" y="558800"/>
                  </a:lnTo>
                  <a:lnTo>
                    <a:pt x="2229624" y="673100"/>
                  </a:lnTo>
                  <a:lnTo>
                    <a:pt x="2229751" y="787400"/>
                  </a:lnTo>
                  <a:lnTo>
                    <a:pt x="2229866" y="889000"/>
                  </a:lnTo>
                  <a:lnTo>
                    <a:pt x="2229993" y="990600"/>
                  </a:lnTo>
                  <a:lnTo>
                    <a:pt x="2230094" y="1079500"/>
                  </a:lnTo>
                  <a:lnTo>
                    <a:pt x="2230209" y="1181100"/>
                  </a:lnTo>
                  <a:lnTo>
                    <a:pt x="2230323" y="1295400"/>
                  </a:lnTo>
                  <a:lnTo>
                    <a:pt x="2230450" y="1574800"/>
                  </a:lnTo>
                  <a:lnTo>
                    <a:pt x="2230513" y="2108200"/>
                  </a:lnTo>
                  <a:lnTo>
                    <a:pt x="2230513" y="228600"/>
                  </a:lnTo>
                  <a:lnTo>
                    <a:pt x="313131" y="228600"/>
                  </a:lnTo>
                  <a:lnTo>
                    <a:pt x="313131" y="2108200"/>
                  </a:lnTo>
                  <a:lnTo>
                    <a:pt x="198234" y="2108200"/>
                  </a:lnTo>
                  <a:lnTo>
                    <a:pt x="198196" y="2070100"/>
                  </a:lnTo>
                  <a:lnTo>
                    <a:pt x="198069" y="1930400"/>
                  </a:lnTo>
                  <a:lnTo>
                    <a:pt x="197954" y="254000"/>
                  </a:lnTo>
                  <a:lnTo>
                    <a:pt x="312445" y="254000"/>
                  </a:lnTo>
                  <a:lnTo>
                    <a:pt x="312572" y="317500"/>
                  </a:lnTo>
                  <a:lnTo>
                    <a:pt x="312674" y="368300"/>
                  </a:lnTo>
                  <a:lnTo>
                    <a:pt x="312762" y="419100"/>
                  </a:lnTo>
                  <a:lnTo>
                    <a:pt x="312877" y="495300"/>
                  </a:lnTo>
                  <a:lnTo>
                    <a:pt x="312991" y="584200"/>
                  </a:lnTo>
                  <a:lnTo>
                    <a:pt x="313118" y="1955800"/>
                  </a:lnTo>
                  <a:lnTo>
                    <a:pt x="313131" y="2108200"/>
                  </a:lnTo>
                  <a:lnTo>
                    <a:pt x="313131" y="228600"/>
                  </a:lnTo>
                  <a:lnTo>
                    <a:pt x="166662" y="228600"/>
                  </a:lnTo>
                  <a:lnTo>
                    <a:pt x="166585" y="203200"/>
                  </a:lnTo>
                  <a:lnTo>
                    <a:pt x="166471" y="190500"/>
                  </a:lnTo>
                  <a:lnTo>
                    <a:pt x="166306" y="177800"/>
                  </a:lnTo>
                  <a:lnTo>
                    <a:pt x="166204" y="165100"/>
                  </a:lnTo>
                  <a:lnTo>
                    <a:pt x="166116" y="152400"/>
                  </a:lnTo>
                  <a:lnTo>
                    <a:pt x="2241816" y="152400"/>
                  </a:lnTo>
                  <a:lnTo>
                    <a:pt x="2241880" y="177800"/>
                  </a:lnTo>
                  <a:lnTo>
                    <a:pt x="2242007" y="215900"/>
                  </a:lnTo>
                  <a:lnTo>
                    <a:pt x="2242032" y="228600"/>
                  </a:lnTo>
                  <a:lnTo>
                    <a:pt x="2242032" y="127000"/>
                  </a:lnTo>
                  <a:lnTo>
                    <a:pt x="1115504" y="127000"/>
                  </a:lnTo>
                  <a:lnTo>
                    <a:pt x="1122197" y="114300"/>
                  </a:lnTo>
                  <a:lnTo>
                    <a:pt x="1128636" y="88900"/>
                  </a:lnTo>
                  <a:lnTo>
                    <a:pt x="1135430" y="76200"/>
                  </a:lnTo>
                  <a:lnTo>
                    <a:pt x="1143203" y="63500"/>
                  </a:lnTo>
                  <a:lnTo>
                    <a:pt x="1150264" y="50800"/>
                  </a:lnTo>
                  <a:lnTo>
                    <a:pt x="1158176" y="50800"/>
                  </a:lnTo>
                  <a:lnTo>
                    <a:pt x="1166431" y="38100"/>
                  </a:lnTo>
                  <a:lnTo>
                    <a:pt x="1174496" y="38100"/>
                  </a:lnTo>
                  <a:lnTo>
                    <a:pt x="1171727" y="25400"/>
                  </a:lnTo>
                  <a:lnTo>
                    <a:pt x="1168577" y="12700"/>
                  </a:lnTo>
                  <a:lnTo>
                    <a:pt x="1164932" y="0"/>
                  </a:lnTo>
                  <a:lnTo>
                    <a:pt x="1125766" y="0"/>
                  </a:lnTo>
                  <a:lnTo>
                    <a:pt x="1121219" y="12700"/>
                  </a:lnTo>
                  <a:lnTo>
                    <a:pt x="1119466" y="38100"/>
                  </a:lnTo>
                  <a:lnTo>
                    <a:pt x="1111199" y="76200"/>
                  </a:lnTo>
                  <a:lnTo>
                    <a:pt x="1099477" y="101600"/>
                  </a:lnTo>
                  <a:lnTo>
                    <a:pt x="1087374" y="127000"/>
                  </a:lnTo>
                  <a:lnTo>
                    <a:pt x="141503" y="127000"/>
                  </a:lnTo>
                  <a:lnTo>
                    <a:pt x="140373" y="165100"/>
                  </a:lnTo>
                  <a:lnTo>
                    <a:pt x="139941" y="190500"/>
                  </a:lnTo>
                  <a:lnTo>
                    <a:pt x="140017" y="215900"/>
                  </a:lnTo>
                  <a:lnTo>
                    <a:pt x="140398" y="241300"/>
                  </a:lnTo>
                  <a:lnTo>
                    <a:pt x="148729" y="241300"/>
                  </a:lnTo>
                  <a:lnTo>
                    <a:pt x="173761" y="254000"/>
                  </a:lnTo>
                  <a:lnTo>
                    <a:pt x="173812" y="266700"/>
                  </a:lnTo>
                  <a:lnTo>
                    <a:pt x="173913" y="292100"/>
                  </a:lnTo>
                  <a:lnTo>
                    <a:pt x="174002" y="317500"/>
                  </a:lnTo>
                  <a:lnTo>
                    <a:pt x="174117" y="355600"/>
                  </a:lnTo>
                  <a:lnTo>
                    <a:pt x="174244" y="393700"/>
                  </a:lnTo>
                  <a:lnTo>
                    <a:pt x="174320" y="419100"/>
                  </a:lnTo>
                  <a:lnTo>
                    <a:pt x="174409" y="457200"/>
                  </a:lnTo>
                  <a:lnTo>
                    <a:pt x="174510" y="495300"/>
                  </a:lnTo>
                  <a:lnTo>
                    <a:pt x="174625" y="546100"/>
                  </a:lnTo>
                  <a:lnTo>
                    <a:pt x="174752" y="609600"/>
                  </a:lnTo>
                  <a:lnTo>
                    <a:pt x="174879" y="698500"/>
                  </a:lnTo>
                  <a:lnTo>
                    <a:pt x="174993" y="812800"/>
                  </a:lnTo>
                  <a:lnTo>
                    <a:pt x="175120" y="1841500"/>
                  </a:lnTo>
                  <a:lnTo>
                    <a:pt x="175145" y="2133600"/>
                  </a:lnTo>
                  <a:lnTo>
                    <a:pt x="1039888" y="2133600"/>
                  </a:lnTo>
                  <a:lnTo>
                    <a:pt x="1090752" y="2146300"/>
                  </a:lnTo>
                  <a:lnTo>
                    <a:pt x="1192491" y="2146300"/>
                  </a:lnTo>
                  <a:lnTo>
                    <a:pt x="1208189" y="2159000"/>
                  </a:lnTo>
                  <a:lnTo>
                    <a:pt x="1239748" y="2209800"/>
                  </a:lnTo>
                  <a:lnTo>
                    <a:pt x="1255217" y="2235200"/>
                  </a:lnTo>
                  <a:lnTo>
                    <a:pt x="1269199" y="2260600"/>
                  </a:lnTo>
                  <a:lnTo>
                    <a:pt x="1284630" y="2286000"/>
                  </a:lnTo>
                  <a:lnTo>
                    <a:pt x="1302207" y="2298700"/>
                  </a:lnTo>
                  <a:lnTo>
                    <a:pt x="1322628" y="2311400"/>
                  </a:lnTo>
                  <a:lnTo>
                    <a:pt x="1337449" y="2324100"/>
                  </a:lnTo>
                  <a:lnTo>
                    <a:pt x="1353273" y="2324100"/>
                  </a:lnTo>
                  <a:lnTo>
                    <a:pt x="1369656" y="2336800"/>
                  </a:lnTo>
                  <a:lnTo>
                    <a:pt x="1386103" y="2336800"/>
                  </a:lnTo>
                  <a:lnTo>
                    <a:pt x="1419009" y="2349500"/>
                  </a:lnTo>
                  <a:lnTo>
                    <a:pt x="1450581" y="2362200"/>
                  </a:lnTo>
                  <a:lnTo>
                    <a:pt x="1482280" y="2387600"/>
                  </a:lnTo>
                  <a:lnTo>
                    <a:pt x="1515618" y="2387600"/>
                  </a:lnTo>
                  <a:lnTo>
                    <a:pt x="1559750" y="2400300"/>
                  </a:lnTo>
                  <a:lnTo>
                    <a:pt x="1603933" y="2387600"/>
                  </a:lnTo>
                  <a:lnTo>
                    <a:pt x="1692198" y="2387600"/>
                  </a:lnTo>
                  <a:lnTo>
                    <a:pt x="1709635" y="2413000"/>
                  </a:lnTo>
                  <a:lnTo>
                    <a:pt x="1725269" y="2425700"/>
                  </a:lnTo>
                  <a:lnTo>
                    <a:pt x="1738858" y="2451100"/>
                  </a:lnTo>
                  <a:lnTo>
                    <a:pt x="1783702" y="2514600"/>
                  </a:lnTo>
                  <a:lnTo>
                    <a:pt x="1818093" y="2552700"/>
                  </a:lnTo>
                  <a:lnTo>
                    <a:pt x="1853387" y="2590800"/>
                  </a:lnTo>
                  <a:lnTo>
                    <a:pt x="1889582" y="2616200"/>
                  </a:lnTo>
                  <a:lnTo>
                    <a:pt x="1926704" y="2654300"/>
                  </a:lnTo>
                  <a:lnTo>
                    <a:pt x="1964778" y="2679700"/>
                  </a:lnTo>
                  <a:lnTo>
                    <a:pt x="2003806" y="2717800"/>
                  </a:lnTo>
                  <a:lnTo>
                    <a:pt x="2043811" y="2743200"/>
                  </a:lnTo>
                  <a:lnTo>
                    <a:pt x="2084832" y="2768600"/>
                  </a:lnTo>
                  <a:lnTo>
                    <a:pt x="2126856" y="2794000"/>
                  </a:lnTo>
                  <a:lnTo>
                    <a:pt x="2169934" y="2819400"/>
                  </a:lnTo>
                  <a:lnTo>
                    <a:pt x="2214054" y="2844800"/>
                  </a:lnTo>
                  <a:lnTo>
                    <a:pt x="2259253" y="2857500"/>
                  </a:lnTo>
                  <a:lnTo>
                    <a:pt x="2307310" y="2882900"/>
                  </a:lnTo>
                  <a:lnTo>
                    <a:pt x="2407170" y="2908300"/>
                  </a:lnTo>
                  <a:lnTo>
                    <a:pt x="2458199" y="2908300"/>
                  </a:lnTo>
                  <a:lnTo>
                    <a:pt x="2509456" y="2895600"/>
                  </a:lnTo>
                  <a:lnTo>
                    <a:pt x="2540685" y="2895600"/>
                  </a:lnTo>
                  <a:lnTo>
                    <a:pt x="2570289" y="2882900"/>
                  </a:lnTo>
                  <a:lnTo>
                    <a:pt x="2598521" y="2870200"/>
                  </a:lnTo>
                  <a:lnTo>
                    <a:pt x="2625598" y="2844800"/>
                  </a:lnTo>
                  <a:lnTo>
                    <a:pt x="2617038" y="2895600"/>
                  </a:lnTo>
                  <a:lnTo>
                    <a:pt x="2608503" y="2946400"/>
                  </a:lnTo>
                  <a:lnTo>
                    <a:pt x="2600185" y="2997200"/>
                  </a:lnTo>
                  <a:lnTo>
                    <a:pt x="2592273" y="3048000"/>
                  </a:lnTo>
                  <a:lnTo>
                    <a:pt x="2584932" y="3098800"/>
                  </a:lnTo>
                  <a:lnTo>
                    <a:pt x="2583319" y="3136900"/>
                  </a:lnTo>
                  <a:lnTo>
                    <a:pt x="2587206" y="3162300"/>
                  </a:lnTo>
                  <a:lnTo>
                    <a:pt x="2597112" y="3187700"/>
                  </a:lnTo>
                  <a:lnTo>
                    <a:pt x="2613609" y="3213100"/>
                  </a:lnTo>
                  <a:lnTo>
                    <a:pt x="2625318" y="3225800"/>
                  </a:lnTo>
                  <a:lnTo>
                    <a:pt x="2639161" y="3238500"/>
                  </a:lnTo>
                  <a:lnTo>
                    <a:pt x="2669362" y="3238500"/>
                  </a:lnTo>
                  <a:lnTo>
                    <a:pt x="2662478" y="3289300"/>
                  </a:lnTo>
                  <a:lnTo>
                    <a:pt x="2656306" y="3340100"/>
                  </a:lnTo>
                  <a:lnTo>
                    <a:pt x="2650782" y="3390900"/>
                  </a:lnTo>
                  <a:lnTo>
                    <a:pt x="2645841" y="3441700"/>
                  </a:lnTo>
                  <a:lnTo>
                    <a:pt x="2641409" y="3492500"/>
                  </a:lnTo>
                  <a:lnTo>
                    <a:pt x="2637434" y="3543300"/>
                  </a:lnTo>
                  <a:lnTo>
                    <a:pt x="2633827" y="3594100"/>
                  </a:lnTo>
                  <a:lnTo>
                    <a:pt x="2630551" y="3644900"/>
                  </a:lnTo>
                  <a:lnTo>
                    <a:pt x="2627528" y="3695700"/>
                  </a:lnTo>
                  <a:lnTo>
                    <a:pt x="2624683" y="3746500"/>
                  </a:lnTo>
                  <a:lnTo>
                    <a:pt x="2621953" y="3784600"/>
                  </a:lnTo>
                  <a:lnTo>
                    <a:pt x="2616593" y="3886200"/>
                  </a:lnTo>
                  <a:lnTo>
                    <a:pt x="2613825" y="3937000"/>
                  </a:lnTo>
                  <a:lnTo>
                    <a:pt x="2610916" y="3987800"/>
                  </a:lnTo>
                  <a:lnTo>
                    <a:pt x="2608757" y="4038600"/>
                  </a:lnTo>
                  <a:lnTo>
                    <a:pt x="2606675" y="4089400"/>
                  </a:lnTo>
                  <a:lnTo>
                    <a:pt x="2604643" y="4140200"/>
                  </a:lnTo>
                  <a:lnTo>
                    <a:pt x="2602700" y="4191000"/>
                  </a:lnTo>
                  <a:lnTo>
                    <a:pt x="2600833" y="4254500"/>
                  </a:lnTo>
                  <a:lnTo>
                    <a:pt x="2599042" y="4305300"/>
                  </a:lnTo>
                  <a:lnTo>
                    <a:pt x="2597340" y="4356100"/>
                  </a:lnTo>
                  <a:lnTo>
                    <a:pt x="2595740" y="4406900"/>
                  </a:lnTo>
                  <a:lnTo>
                    <a:pt x="2594241" y="4457700"/>
                  </a:lnTo>
                  <a:lnTo>
                    <a:pt x="2592832" y="4508500"/>
                  </a:lnTo>
                  <a:lnTo>
                    <a:pt x="2591549" y="4559300"/>
                  </a:lnTo>
                  <a:lnTo>
                    <a:pt x="2590368" y="4610100"/>
                  </a:lnTo>
                  <a:lnTo>
                    <a:pt x="2589301" y="4660900"/>
                  </a:lnTo>
                  <a:lnTo>
                    <a:pt x="2588361" y="4711700"/>
                  </a:lnTo>
                  <a:lnTo>
                    <a:pt x="2587561" y="4762500"/>
                  </a:lnTo>
                  <a:lnTo>
                    <a:pt x="2586875" y="4813300"/>
                  </a:lnTo>
                  <a:lnTo>
                    <a:pt x="2586774" y="4826000"/>
                  </a:lnTo>
                  <a:lnTo>
                    <a:pt x="2586342" y="4876800"/>
                  </a:lnTo>
                  <a:lnTo>
                    <a:pt x="2585936" y="4927600"/>
                  </a:lnTo>
                  <a:lnTo>
                    <a:pt x="2585821" y="4953000"/>
                  </a:lnTo>
                  <a:lnTo>
                    <a:pt x="2585694" y="4978400"/>
                  </a:lnTo>
                  <a:lnTo>
                    <a:pt x="1858797" y="4978400"/>
                  </a:lnTo>
                  <a:lnTo>
                    <a:pt x="1858264" y="4927600"/>
                  </a:lnTo>
                  <a:lnTo>
                    <a:pt x="1857654" y="4876800"/>
                  </a:lnTo>
                  <a:lnTo>
                    <a:pt x="1856981" y="4826000"/>
                  </a:lnTo>
                  <a:lnTo>
                    <a:pt x="1856270" y="4775200"/>
                  </a:lnTo>
                  <a:lnTo>
                    <a:pt x="1855520" y="4711700"/>
                  </a:lnTo>
                  <a:lnTo>
                    <a:pt x="1853171" y="4559300"/>
                  </a:lnTo>
                  <a:lnTo>
                    <a:pt x="1851647" y="4457700"/>
                  </a:lnTo>
                  <a:lnTo>
                    <a:pt x="1850923" y="4406900"/>
                  </a:lnTo>
                  <a:lnTo>
                    <a:pt x="1850237" y="4356100"/>
                  </a:lnTo>
                  <a:lnTo>
                    <a:pt x="1849615" y="4305300"/>
                  </a:lnTo>
                  <a:lnTo>
                    <a:pt x="1849056" y="4254500"/>
                  </a:lnTo>
                  <a:lnTo>
                    <a:pt x="1848942" y="4241800"/>
                  </a:lnTo>
                  <a:lnTo>
                    <a:pt x="1848586" y="4203700"/>
                  </a:lnTo>
                  <a:lnTo>
                    <a:pt x="1848497" y="4191000"/>
                  </a:lnTo>
                  <a:lnTo>
                    <a:pt x="1847913" y="4089400"/>
                  </a:lnTo>
                  <a:lnTo>
                    <a:pt x="1846694" y="4038600"/>
                  </a:lnTo>
                  <a:lnTo>
                    <a:pt x="1845843" y="3987800"/>
                  </a:lnTo>
                  <a:lnTo>
                    <a:pt x="1845271" y="3949700"/>
                  </a:lnTo>
                  <a:lnTo>
                    <a:pt x="1845183" y="3937000"/>
                  </a:lnTo>
                  <a:lnTo>
                    <a:pt x="1844903" y="3898900"/>
                  </a:lnTo>
                  <a:lnTo>
                    <a:pt x="1844840" y="3886200"/>
                  </a:lnTo>
                  <a:lnTo>
                    <a:pt x="1844776" y="3873500"/>
                  </a:lnTo>
                  <a:lnTo>
                    <a:pt x="1844713" y="3860800"/>
                  </a:lnTo>
                  <a:lnTo>
                    <a:pt x="1844636" y="3848100"/>
                  </a:lnTo>
                  <a:lnTo>
                    <a:pt x="1844522" y="3822700"/>
                  </a:lnTo>
                  <a:lnTo>
                    <a:pt x="1844408" y="3797300"/>
                  </a:lnTo>
                  <a:lnTo>
                    <a:pt x="1844332" y="3784600"/>
                  </a:lnTo>
                  <a:lnTo>
                    <a:pt x="1844268" y="3771900"/>
                  </a:lnTo>
                  <a:lnTo>
                    <a:pt x="1844192" y="3759200"/>
                  </a:lnTo>
                  <a:lnTo>
                    <a:pt x="1844116" y="3746500"/>
                  </a:lnTo>
                  <a:lnTo>
                    <a:pt x="1844014" y="3733800"/>
                  </a:lnTo>
                  <a:lnTo>
                    <a:pt x="1843684" y="3695700"/>
                  </a:lnTo>
                  <a:lnTo>
                    <a:pt x="1843024" y="3644900"/>
                  </a:lnTo>
                  <a:lnTo>
                    <a:pt x="1842046" y="3594100"/>
                  </a:lnTo>
                  <a:lnTo>
                    <a:pt x="2152700" y="3594100"/>
                  </a:lnTo>
                  <a:lnTo>
                    <a:pt x="2154567" y="3556000"/>
                  </a:lnTo>
                  <a:lnTo>
                    <a:pt x="2155355" y="3517900"/>
                  </a:lnTo>
                  <a:lnTo>
                    <a:pt x="2154948" y="3479800"/>
                  </a:lnTo>
                  <a:lnTo>
                    <a:pt x="2153247" y="3454400"/>
                  </a:lnTo>
                  <a:lnTo>
                    <a:pt x="1997011" y="3454400"/>
                  </a:lnTo>
                  <a:lnTo>
                    <a:pt x="1944928" y="3441700"/>
                  </a:lnTo>
                  <a:lnTo>
                    <a:pt x="692746" y="3441700"/>
                  </a:lnTo>
                  <a:lnTo>
                    <a:pt x="640486" y="3454400"/>
                  </a:lnTo>
                  <a:lnTo>
                    <a:pt x="588213" y="3454400"/>
                  </a:lnTo>
                  <a:lnTo>
                    <a:pt x="595147" y="3390900"/>
                  </a:lnTo>
                  <a:lnTo>
                    <a:pt x="602246" y="3340100"/>
                  </a:lnTo>
                  <a:lnTo>
                    <a:pt x="609168" y="3276600"/>
                  </a:lnTo>
                  <a:lnTo>
                    <a:pt x="615505" y="3225800"/>
                  </a:lnTo>
                  <a:lnTo>
                    <a:pt x="616254" y="3213100"/>
                  </a:lnTo>
                  <a:lnTo>
                    <a:pt x="616686" y="3213100"/>
                  </a:lnTo>
                  <a:lnTo>
                    <a:pt x="616572" y="3200400"/>
                  </a:lnTo>
                  <a:lnTo>
                    <a:pt x="615645" y="3187700"/>
                  </a:lnTo>
                  <a:lnTo>
                    <a:pt x="591312" y="3187700"/>
                  </a:lnTo>
                  <a:lnTo>
                    <a:pt x="591312" y="3213100"/>
                  </a:lnTo>
                  <a:lnTo>
                    <a:pt x="586435" y="3263900"/>
                  </a:lnTo>
                  <a:lnTo>
                    <a:pt x="580783" y="3302000"/>
                  </a:lnTo>
                  <a:lnTo>
                    <a:pt x="574573" y="3352800"/>
                  </a:lnTo>
                  <a:lnTo>
                    <a:pt x="568045" y="3403600"/>
                  </a:lnTo>
                  <a:lnTo>
                    <a:pt x="561403" y="3454400"/>
                  </a:lnTo>
                  <a:lnTo>
                    <a:pt x="505206" y="3441700"/>
                  </a:lnTo>
                  <a:lnTo>
                    <a:pt x="392772" y="3454400"/>
                  </a:lnTo>
                  <a:lnTo>
                    <a:pt x="336562" y="3454400"/>
                  </a:lnTo>
                  <a:lnTo>
                    <a:pt x="328853" y="3403600"/>
                  </a:lnTo>
                  <a:lnTo>
                    <a:pt x="321919" y="3352800"/>
                  </a:lnTo>
                  <a:lnTo>
                    <a:pt x="315188" y="3302000"/>
                  </a:lnTo>
                  <a:lnTo>
                    <a:pt x="308051" y="3251200"/>
                  </a:lnTo>
                  <a:lnTo>
                    <a:pt x="299897" y="3213100"/>
                  </a:lnTo>
                  <a:lnTo>
                    <a:pt x="591312" y="3213100"/>
                  </a:lnTo>
                  <a:lnTo>
                    <a:pt x="591312" y="3187700"/>
                  </a:lnTo>
                  <a:lnTo>
                    <a:pt x="533908" y="3187700"/>
                  </a:lnTo>
                  <a:lnTo>
                    <a:pt x="539788" y="3175000"/>
                  </a:lnTo>
                  <a:lnTo>
                    <a:pt x="547941" y="3162300"/>
                  </a:lnTo>
                  <a:lnTo>
                    <a:pt x="557847" y="3149600"/>
                  </a:lnTo>
                  <a:lnTo>
                    <a:pt x="569048" y="3136900"/>
                  </a:lnTo>
                  <a:lnTo>
                    <a:pt x="646125" y="3136900"/>
                  </a:lnTo>
                  <a:lnTo>
                    <a:pt x="671271" y="3124200"/>
                  </a:lnTo>
                  <a:lnTo>
                    <a:pt x="709129" y="3111500"/>
                  </a:lnTo>
                  <a:lnTo>
                    <a:pt x="741718" y="3073400"/>
                  </a:lnTo>
                  <a:lnTo>
                    <a:pt x="767143" y="3048000"/>
                  </a:lnTo>
                  <a:lnTo>
                    <a:pt x="783488" y="3009900"/>
                  </a:lnTo>
                  <a:lnTo>
                    <a:pt x="788377" y="2984500"/>
                  </a:lnTo>
                  <a:lnTo>
                    <a:pt x="792530" y="2971800"/>
                  </a:lnTo>
                  <a:lnTo>
                    <a:pt x="793356" y="2946400"/>
                  </a:lnTo>
                  <a:lnTo>
                    <a:pt x="788238" y="2933700"/>
                  </a:lnTo>
                  <a:lnTo>
                    <a:pt x="779056" y="2921000"/>
                  </a:lnTo>
                  <a:lnTo>
                    <a:pt x="769772" y="2921000"/>
                  </a:lnTo>
                  <a:lnTo>
                    <a:pt x="769772" y="2946400"/>
                  </a:lnTo>
                  <a:lnTo>
                    <a:pt x="765251" y="2971800"/>
                  </a:lnTo>
                  <a:lnTo>
                    <a:pt x="756894" y="3009900"/>
                  </a:lnTo>
                  <a:lnTo>
                    <a:pt x="724484" y="3060700"/>
                  </a:lnTo>
                  <a:lnTo>
                    <a:pt x="695375" y="3086100"/>
                  </a:lnTo>
                  <a:lnTo>
                    <a:pt x="625411" y="3111500"/>
                  </a:lnTo>
                  <a:lnTo>
                    <a:pt x="587667" y="3124200"/>
                  </a:lnTo>
                  <a:lnTo>
                    <a:pt x="599605" y="3111500"/>
                  </a:lnTo>
                  <a:lnTo>
                    <a:pt x="612190" y="3098800"/>
                  </a:lnTo>
                  <a:lnTo>
                    <a:pt x="625005" y="3086100"/>
                  </a:lnTo>
                  <a:lnTo>
                    <a:pt x="637641" y="3086100"/>
                  </a:lnTo>
                  <a:lnTo>
                    <a:pt x="625500" y="3073400"/>
                  </a:lnTo>
                  <a:lnTo>
                    <a:pt x="588327" y="3086100"/>
                  </a:lnTo>
                  <a:lnTo>
                    <a:pt x="560501" y="3124200"/>
                  </a:lnTo>
                  <a:lnTo>
                    <a:pt x="536943" y="3162300"/>
                  </a:lnTo>
                  <a:lnTo>
                    <a:pt x="512610" y="3187700"/>
                  </a:lnTo>
                  <a:lnTo>
                    <a:pt x="516115" y="3162300"/>
                  </a:lnTo>
                  <a:lnTo>
                    <a:pt x="524116" y="3149600"/>
                  </a:lnTo>
                  <a:lnTo>
                    <a:pt x="534390" y="3124200"/>
                  </a:lnTo>
                  <a:lnTo>
                    <a:pt x="563664" y="3073400"/>
                  </a:lnTo>
                  <a:lnTo>
                    <a:pt x="606501" y="3022600"/>
                  </a:lnTo>
                  <a:lnTo>
                    <a:pt x="662584" y="2984500"/>
                  </a:lnTo>
                  <a:lnTo>
                    <a:pt x="696912" y="2959100"/>
                  </a:lnTo>
                  <a:lnTo>
                    <a:pt x="732891" y="2959100"/>
                  </a:lnTo>
                  <a:lnTo>
                    <a:pt x="769772" y="2946400"/>
                  </a:lnTo>
                  <a:lnTo>
                    <a:pt x="769772" y="2921000"/>
                  </a:lnTo>
                  <a:lnTo>
                    <a:pt x="743572" y="2921000"/>
                  </a:lnTo>
                  <a:lnTo>
                    <a:pt x="704265" y="2933700"/>
                  </a:lnTo>
                  <a:lnTo>
                    <a:pt x="666229" y="2946400"/>
                  </a:lnTo>
                  <a:lnTo>
                    <a:pt x="630669" y="2971800"/>
                  </a:lnTo>
                  <a:lnTo>
                    <a:pt x="598766" y="2997200"/>
                  </a:lnTo>
                  <a:lnTo>
                    <a:pt x="561276" y="3048000"/>
                  </a:lnTo>
                  <a:lnTo>
                    <a:pt x="532104" y="3098800"/>
                  </a:lnTo>
                  <a:lnTo>
                    <a:pt x="546874" y="3048000"/>
                  </a:lnTo>
                  <a:lnTo>
                    <a:pt x="561098" y="2997200"/>
                  </a:lnTo>
                  <a:lnTo>
                    <a:pt x="574954" y="2946400"/>
                  </a:lnTo>
                  <a:lnTo>
                    <a:pt x="588632" y="2895600"/>
                  </a:lnTo>
                  <a:lnTo>
                    <a:pt x="571360" y="2921000"/>
                  </a:lnTo>
                  <a:lnTo>
                    <a:pt x="558711" y="2946400"/>
                  </a:lnTo>
                  <a:lnTo>
                    <a:pt x="548474" y="2984500"/>
                  </a:lnTo>
                  <a:lnTo>
                    <a:pt x="538454" y="3009900"/>
                  </a:lnTo>
                  <a:lnTo>
                    <a:pt x="524878" y="3060700"/>
                  </a:lnTo>
                  <a:lnTo>
                    <a:pt x="513118" y="3098800"/>
                  </a:lnTo>
                  <a:lnTo>
                    <a:pt x="504126" y="3136900"/>
                  </a:lnTo>
                  <a:lnTo>
                    <a:pt x="498894" y="3187700"/>
                  </a:lnTo>
                  <a:lnTo>
                    <a:pt x="499376" y="3162300"/>
                  </a:lnTo>
                  <a:lnTo>
                    <a:pt x="500735" y="3136900"/>
                  </a:lnTo>
                  <a:lnTo>
                    <a:pt x="503466" y="3111500"/>
                  </a:lnTo>
                  <a:lnTo>
                    <a:pt x="508050" y="3086100"/>
                  </a:lnTo>
                  <a:lnTo>
                    <a:pt x="517855" y="3048000"/>
                  </a:lnTo>
                  <a:lnTo>
                    <a:pt x="526580" y="2997200"/>
                  </a:lnTo>
                  <a:lnTo>
                    <a:pt x="535165" y="2946400"/>
                  </a:lnTo>
                  <a:lnTo>
                    <a:pt x="544588" y="2895600"/>
                  </a:lnTo>
                  <a:lnTo>
                    <a:pt x="555815" y="2857500"/>
                  </a:lnTo>
                  <a:lnTo>
                    <a:pt x="562660" y="2832100"/>
                  </a:lnTo>
                  <a:lnTo>
                    <a:pt x="570560" y="2806700"/>
                  </a:lnTo>
                  <a:lnTo>
                    <a:pt x="580415" y="2781300"/>
                  </a:lnTo>
                  <a:lnTo>
                    <a:pt x="593115" y="2768600"/>
                  </a:lnTo>
                  <a:lnTo>
                    <a:pt x="621157" y="2730500"/>
                  </a:lnTo>
                  <a:lnTo>
                    <a:pt x="653630" y="2705100"/>
                  </a:lnTo>
                  <a:lnTo>
                    <a:pt x="689356" y="2679700"/>
                  </a:lnTo>
                  <a:lnTo>
                    <a:pt x="727176" y="2667000"/>
                  </a:lnTo>
                  <a:lnTo>
                    <a:pt x="717372" y="2705100"/>
                  </a:lnTo>
                  <a:lnTo>
                    <a:pt x="706158" y="2743200"/>
                  </a:lnTo>
                  <a:lnTo>
                    <a:pt x="691337" y="2794000"/>
                  </a:lnTo>
                  <a:lnTo>
                    <a:pt x="670725" y="2832100"/>
                  </a:lnTo>
                  <a:lnTo>
                    <a:pt x="658837" y="2844800"/>
                  </a:lnTo>
                  <a:lnTo>
                    <a:pt x="643445" y="2844800"/>
                  </a:lnTo>
                  <a:lnTo>
                    <a:pt x="626300" y="2857500"/>
                  </a:lnTo>
                  <a:lnTo>
                    <a:pt x="609104" y="2857500"/>
                  </a:lnTo>
                  <a:lnTo>
                    <a:pt x="609790" y="2882900"/>
                  </a:lnTo>
                  <a:lnTo>
                    <a:pt x="640956" y="2870200"/>
                  </a:lnTo>
                  <a:lnTo>
                    <a:pt x="668909" y="2857500"/>
                  </a:lnTo>
                  <a:lnTo>
                    <a:pt x="691832" y="2844800"/>
                  </a:lnTo>
                  <a:lnTo>
                    <a:pt x="707872" y="2819400"/>
                  </a:lnTo>
                  <a:lnTo>
                    <a:pt x="724420" y="2768600"/>
                  </a:lnTo>
                  <a:lnTo>
                    <a:pt x="738314" y="2730500"/>
                  </a:lnTo>
                  <a:lnTo>
                    <a:pt x="747128" y="2679700"/>
                  </a:lnTo>
                  <a:lnTo>
                    <a:pt x="747547" y="2667000"/>
                  </a:lnTo>
                  <a:lnTo>
                    <a:pt x="748398" y="2641600"/>
                  </a:lnTo>
                  <a:lnTo>
                    <a:pt x="706081" y="2641600"/>
                  </a:lnTo>
                  <a:lnTo>
                    <a:pt x="686485" y="2654300"/>
                  </a:lnTo>
                  <a:lnTo>
                    <a:pt x="667689" y="2667000"/>
                  </a:lnTo>
                  <a:lnTo>
                    <a:pt x="643940" y="2679700"/>
                  </a:lnTo>
                  <a:lnTo>
                    <a:pt x="621449" y="2705100"/>
                  </a:lnTo>
                  <a:lnTo>
                    <a:pt x="600405" y="2717800"/>
                  </a:lnTo>
                  <a:lnTo>
                    <a:pt x="581050" y="2743200"/>
                  </a:lnTo>
                  <a:lnTo>
                    <a:pt x="560844" y="2768600"/>
                  </a:lnTo>
                  <a:lnTo>
                    <a:pt x="545693" y="2806700"/>
                  </a:lnTo>
                  <a:lnTo>
                    <a:pt x="534339" y="2832100"/>
                  </a:lnTo>
                  <a:lnTo>
                    <a:pt x="525487" y="2870200"/>
                  </a:lnTo>
                  <a:lnTo>
                    <a:pt x="515188" y="2921000"/>
                  </a:lnTo>
                  <a:lnTo>
                    <a:pt x="505523" y="2971800"/>
                  </a:lnTo>
                  <a:lnTo>
                    <a:pt x="496087" y="3022600"/>
                  </a:lnTo>
                  <a:lnTo>
                    <a:pt x="486486" y="3086100"/>
                  </a:lnTo>
                  <a:lnTo>
                    <a:pt x="482904" y="3136900"/>
                  </a:lnTo>
                  <a:lnTo>
                    <a:pt x="483666" y="3162300"/>
                  </a:lnTo>
                  <a:lnTo>
                    <a:pt x="485584" y="3187700"/>
                  </a:lnTo>
                  <a:lnTo>
                    <a:pt x="477799" y="3187700"/>
                  </a:lnTo>
                  <a:lnTo>
                    <a:pt x="479437" y="3136900"/>
                  </a:lnTo>
                  <a:lnTo>
                    <a:pt x="481774" y="3086100"/>
                  </a:lnTo>
                  <a:lnTo>
                    <a:pt x="483844" y="3048000"/>
                  </a:lnTo>
                  <a:lnTo>
                    <a:pt x="484708" y="2997200"/>
                  </a:lnTo>
                  <a:lnTo>
                    <a:pt x="483450" y="2946400"/>
                  </a:lnTo>
                  <a:lnTo>
                    <a:pt x="476554" y="2895600"/>
                  </a:lnTo>
                  <a:lnTo>
                    <a:pt x="462572" y="2844800"/>
                  </a:lnTo>
                  <a:lnTo>
                    <a:pt x="460032" y="2839948"/>
                  </a:lnTo>
                  <a:lnTo>
                    <a:pt x="460032" y="3035300"/>
                  </a:lnTo>
                  <a:lnTo>
                    <a:pt x="459028" y="3086100"/>
                  </a:lnTo>
                  <a:lnTo>
                    <a:pt x="457873" y="3136900"/>
                  </a:lnTo>
                  <a:lnTo>
                    <a:pt x="457974" y="3149600"/>
                  </a:lnTo>
                  <a:lnTo>
                    <a:pt x="458076" y="3162300"/>
                  </a:lnTo>
                  <a:lnTo>
                    <a:pt x="458190" y="3175000"/>
                  </a:lnTo>
                  <a:lnTo>
                    <a:pt x="458292" y="3187700"/>
                  </a:lnTo>
                  <a:lnTo>
                    <a:pt x="450850" y="3187700"/>
                  </a:lnTo>
                  <a:lnTo>
                    <a:pt x="449630" y="3136900"/>
                  </a:lnTo>
                  <a:lnTo>
                    <a:pt x="443369" y="3098800"/>
                  </a:lnTo>
                  <a:lnTo>
                    <a:pt x="433374" y="3048000"/>
                  </a:lnTo>
                  <a:lnTo>
                    <a:pt x="420916" y="2997200"/>
                  </a:lnTo>
                  <a:lnTo>
                    <a:pt x="407314" y="2959100"/>
                  </a:lnTo>
                  <a:lnTo>
                    <a:pt x="393839" y="2908300"/>
                  </a:lnTo>
                  <a:lnTo>
                    <a:pt x="381800" y="2870200"/>
                  </a:lnTo>
                  <a:lnTo>
                    <a:pt x="372491" y="2819400"/>
                  </a:lnTo>
                  <a:lnTo>
                    <a:pt x="367207" y="2781300"/>
                  </a:lnTo>
                  <a:lnTo>
                    <a:pt x="367233" y="2730500"/>
                  </a:lnTo>
                  <a:lnTo>
                    <a:pt x="390969" y="2768600"/>
                  </a:lnTo>
                  <a:lnTo>
                    <a:pt x="412572" y="2806700"/>
                  </a:lnTo>
                  <a:lnTo>
                    <a:pt x="430872" y="2844800"/>
                  </a:lnTo>
                  <a:lnTo>
                    <a:pt x="444715" y="2882900"/>
                  </a:lnTo>
                  <a:lnTo>
                    <a:pt x="454609" y="2933700"/>
                  </a:lnTo>
                  <a:lnTo>
                    <a:pt x="459143" y="2984500"/>
                  </a:lnTo>
                  <a:lnTo>
                    <a:pt x="460032" y="3035300"/>
                  </a:lnTo>
                  <a:lnTo>
                    <a:pt x="460032" y="2839948"/>
                  </a:lnTo>
                  <a:lnTo>
                    <a:pt x="442645" y="2806700"/>
                  </a:lnTo>
                  <a:lnTo>
                    <a:pt x="417906" y="2755900"/>
                  </a:lnTo>
                  <a:lnTo>
                    <a:pt x="398970" y="2730500"/>
                  </a:lnTo>
                  <a:lnTo>
                    <a:pt x="389496" y="2717800"/>
                  </a:lnTo>
                  <a:lnTo>
                    <a:pt x="380174" y="2705100"/>
                  </a:lnTo>
                  <a:lnTo>
                    <a:pt x="370001" y="2692400"/>
                  </a:lnTo>
                  <a:lnTo>
                    <a:pt x="357962" y="2679700"/>
                  </a:lnTo>
                  <a:lnTo>
                    <a:pt x="343052" y="2679700"/>
                  </a:lnTo>
                  <a:lnTo>
                    <a:pt x="339648" y="2730500"/>
                  </a:lnTo>
                  <a:lnTo>
                    <a:pt x="341376" y="2781300"/>
                  </a:lnTo>
                  <a:lnTo>
                    <a:pt x="347383" y="2819400"/>
                  </a:lnTo>
                  <a:lnTo>
                    <a:pt x="356844" y="2870200"/>
                  </a:lnTo>
                  <a:lnTo>
                    <a:pt x="368922" y="2921000"/>
                  </a:lnTo>
                  <a:lnTo>
                    <a:pt x="382803" y="2959100"/>
                  </a:lnTo>
                  <a:lnTo>
                    <a:pt x="397637" y="3009900"/>
                  </a:lnTo>
                  <a:lnTo>
                    <a:pt x="410095" y="3048000"/>
                  </a:lnTo>
                  <a:lnTo>
                    <a:pt x="421868" y="3098800"/>
                  </a:lnTo>
                  <a:lnTo>
                    <a:pt x="431279" y="3136900"/>
                  </a:lnTo>
                  <a:lnTo>
                    <a:pt x="436651" y="3187700"/>
                  </a:lnTo>
                  <a:lnTo>
                    <a:pt x="426516" y="3187700"/>
                  </a:lnTo>
                  <a:lnTo>
                    <a:pt x="417957" y="3136900"/>
                  </a:lnTo>
                  <a:lnTo>
                    <a:pt x="405803" y="3086100"/>
                  </a:lnTo>
                  <a:lnTo>
                    <a:pt x="398322" y="3062300"/>
                  </a:lnTo>
                  <a:lnTo>
                    <a:pt x="398322" y="3136900"/>
                  </a:lnTo>
                  <a:lnTo>
                    <a:pt x="377812" y="3111500"/>
                  </a:lnTo>
                  <a:lnTo>
                    <a:pt x="332727" y="3060700"/>
                  </a:lnTo>
                  <a:lnTo>
                    <a:pt x="295160" y="3022600"/>
                  </a:lnTo>
                  <a:lnTo>
                    <a:pt x="256120" y="2984500"/>
                  </a:lnTo>
                  <a:lnTo>
                    <a:pt x="216916" y="2959100"/>
                  </a:lnTo>
                  <a:lnTo>
                    <a:pt x="195554" y="2933700"/>
                  </a:lnTo>
                  <a:lnTo>
                    <a:pt x="184023" y="2921000"/>
                  </a:lnTo>
                  <a:lnTo>
                    <a:pt x="166801" y="2921000"/>
                  </a:lnTo>
                  <a:lnTo>
                    <a:pt x="165315" y="2933700"/>
                  </a:lnTo>
                  <a:lnTo>
                    <a:pt x="166268" y="2933700"/>
                  </a:lnTo>
                  <a:lnTo>
                    <a:pt x="169633" y="2946400"/>
                  </a:lnTo>
                  <a:lnTo>
                    <a:pt x="202958" y="2971800"/>
                  </a:lnTo>
                  <a:lnTo>
                    <a:pt x="237947" y="3009900"/>
                  </a:lnTo>
                  <a:lnTo>
                    <a:pt x="273215" y="3035300"/>
                  </a:lnTo>
                  <a:lnTo>
                    <a:pt x="307365" y="3060700"/>
                  </a:lnTo>
                  <a:lnTo>
                    <a:pt x="339051" y="3098800"/>
                  </a:lnTo>
                  <a:lnTo>
                    <a:pt x="295249" y="3098800"/>
                  </a:lnTo>
                  <a:lnTo>
                    <a:pt x="253987" y="3086100"/>
                  </a:lnTo>
                  <a:lnTo>
                    <a:pt x="216090" y="3060700"/>
                  </a:lnTo>
                  <a:lnTo>
                    <a:pt x="182384" y="3035300"/>
                  </a:lnTo>
                  <a:lnTo>
                    <a:pt x="153708" y="2997200"/>
                  </a:lnTo>
                  <a:lnTo>
                    <a:pt x="122504" y="2959100"/>
                  </a:lnTo>
                  <a:lnTo>
                    <a:pt x="93129" y="2908300"/>
                  </a:lnTo>
                  <a:lnTo>
                    <a:pt x="65519" y="2870200"/>
                  </a:lnTo>
                  <a:lnTo>
                    <a:pt x="39624" y="2819400"/>
                  </a:lnTo>
                  <a:lnTo>
                    <a:pt x="15367" y="2768600"/>
                  </a:lnTo>
                  <a:lnTo>
                    <a:pt x="63957" y="2781300"/>
                  </a:lnTo>
                  <a:lnTo>
                    <a:pt x="111252" y="2781300"/>
                  </a:lnTo>
                  <a:lnTo>
                    <a:pt x="156603" y="2806700"/>
                  </a:lnTo>
                  <a:lnTo>
                    <a:pt x="199326" y="2832100"/>
                  </a:lnTo>
                  <a:lnTo>
                    <a:pt x="238772" y="2857500"/>
                  </a:lnTo>
                  <a:lnTo>
                    <a:pt x="274256" y="2882900"/>
                  </a:lnTo>
                  <a:lnTo>
                    <a:pt x="303415" y="2921000"/>
                  </a:lnTo>
                  <a:lnTo>
                    <a:pt x="328904" y="2959100"/>
                  </a:lnTo>
                  <a:lnTo>
                    <a:pt x="350951" y="3009900"/>
                  </a:lnTo>
                  <a:lnTo>
                    <a:pt x="369722" y="3048000"/>
                  </a:lnTo>
                  <a:lnTo>
                    <a:pt x="385457" y="3098800"/>
                  </a:lnTo>
                  <a:lnTo>
                    <a:pt x="398322" y="3136900"/>
                  </a:lnTo>
                  <a:lnTo>
                    <a:pt x="398322" y="3062300"/>
                  </a:lnTo>
                  <a:lnTo>
                    <a:pt x="389839" y="3035300"/>
                  </a:lnTo>
                  <a:lnTo>
                    <a:pt x="369874" y="2984500"/>
                  </a:lnTo>
                  <a:lnTo>
                    <a:pt x="345706" y="2946400"/>
                  </a:lnTo>
                  <a:lnTo>
                    <a:pt x="317131" y="2895600"/>
                  </a:lnTo>
                  <a:lnTo>
                    <a:pt x="282765" y="2857500"/>
                  </a:lnTo>
                  <a:lnTo>
                    <a:pt x="243573" y="2819400"/>
                  </a:lnTo>
                  <a:lnTo>
                    <a:pt x="200101" y="2794000"/>
                  </a:lnTo>
                  <a:lnTo>
                    <a:pt x="152908" y="2768600"/>
                  </a:lnTo>
                  <a:lnTo>
                    <a:pt x="102565" y="2755900"/>
                  </a:lnTo>
                  <a:lnTo>
                    <a:pt x="74333" y="2755900"/>
                  </a:lnTo>
                  <a:lnTo>
                    <a:pt x="45669" y="2743200"/>
                  </a:lnTo>
                  <a:lnTo>
                    <a:pt x="16992" y="2743200"/>
                  </a:lnTo>
                  <a:lnTo>
                    <a:pt x="0" y="2755900"/>
                  </a:lnTo>
                  <a:lnTo>
                    <a:pt x="0" y="2806700"/>
                  </a:lnTo>
                  <a:lnTo>
                    <a:pt x="1790" y="2806700"/>
                  </a:lnTo>
                  <a:lnTo>
                    <a:pt x="14668" y="2832100"/>
                  </a:lnTo>
                  <a:lnTo>
                    <a:pt x="50507" y="2895600"/>
                  </a:lnTo>
                  <a:lnTo>
                    <a:pt x="74117" y="2933700"/>
                  </a:lnTo>
                  <a:lnTo>
                    <a:pt x="99161" y="2971800"/>
                  </a:lnTo>
                  <a:lnTo>
                    <a:pt x="126377" y="3009900"/>
                  </a:lnTo>
                  <a:lnTo>
                    <a:pt x="156464" y="3048000"/>
                  </a:lnTo>
                  <a:lnTo>
                    <a:pt x="190169" y="3073400"/>
                  </a:lnTo>
                  <a:lnTo>
                    <a:pt x="218909" y="3098800"/>
                  </a:lnTo>
                  <a:lnTo>
                    <a:pt x="249948" y="3111500"/>
                  </a:lnTo>
                  <a:lnTo>
                    <a:pt x="282841" y="3124200"/>
                  </a:lnTo>
                  <a:lnTo>
                    <a:pt x="336384" y="3124200"/>
                  </a:lnTo>
                  <a:lnTo>
                    <a:pt x="345109" y="3111500"/>
                  </a:lnTo>
                  <a:lnTo>
                    <a:pt x="353936" y="3111500"/>
                  </a:lnTo>
                  <a:lnTo>
                    <a:pt x="371894" y="3124200"/>
                  </a:lnTo>
                  <a:lnTo>
                    <a:pt x="387375" y="3136900"/>
                  </a:lnTo>
                  <a:lnTo>
                    <a:pt x="399097" y="3162300"/>
                  </a:lnTo>
                  <a:lnTo>
                    <a:pt x="405765" y="3187700"/>
                  </a:lnTo>
                  <a:lnTo>
                    <a:pt x="276809" y="3187700"/>
                  </a:lnTo>
                  <a:lnTo>
                    <a:pt x="279374" y="3238500"/>
                  </a:lnTo>
                  <a:lnTo>
                    <a:pt x="285991" y="3289300"/>
                  </a:lnTo>
                  <a:lnTo>
                    <a:pt x="294487" y="3340100"/>
                  </a:lnTo>
                  <a:lnTo>
                    <a:pt x="302628" y="3390900"/>
                  </a:lnTo>
                  <a:lnTo>
                    <a:pt x="308241" y="3454400"/>
                  </a:lnTo>
                  <a:lnTo>
                    <a:pt x="0" y="3454400"/>
                  </a:lnTo>
                  <a:lnTo>
                    <a:pt x="0" y="3479800"/>
                  </a:lnTo>
                  <a:lnTo>
                    <a:pt x="2130018" y="3479800"/>
                  </a:lnTo>
                  <a:lnTo>
                    <a:pt x="2130082" y="3492500"/>
                  </a:lnTo>
                  <a:lnTo>
                    <a:pt x="2130564" y="3517900"/>
                  </a:lnTo>
                  <a:lnTo>
                    <a:pt x="2130209" y="3543300"/>
                  </a:lnTo>
                  <a:lnTo>
                    <a:pt x="2127745" y="3568700"/>
                  </a:lnTo>
                  <a:lnTo>
                    <a:pt x="1832051" y="3568700"/>
                  </a:lnTo>
                  <a:lnTo>
                    <a:pt x="1832051" y="4978400"/>
                  </a:lnTo>
                  <a:lnTo>
                    <a:pt x="1761959" y="4978400"/>
                  </a:lnTo>
                  <a:lnTo>
                    <a:pt x="1762023" y="4953000"/>
                  </a:lnTo>
                  <a:lnTo>
                    <a:pt x="1762137" y="4902200"/>
                  </a:lnTo>
                  <a:lnTo>
                    <a:pt x="1762252" y="4851400"/>
                  </a:lnTo>
                  <a:lnTo>
                    <a:pt x="1762353" y="4800600"/>
                  </a:lnTo>
                  <a:lnTo>
                    <a:pt x="1762480" y="4724400"/>
                  </a:lnTo>
                  <a:lnTo>
                    <a:pt x="1762582" y="4038600"/>
                  </a:lnTo>
                  <a:lnTo>
                    <a:pt x="1765681" y="4038600"/>
                  </a:lnTo>
                  <a:lnTo>
                    <a:pt x="1763801" y="4000500"/>
                  </a:lnTo>
                  <a:lnTo>
                    <a:pt x="1764512" y="3975100"/>
                  </a:lnTo>
                  <a:lnTo>
                    <a:pt x="1765706" y="3937000"/>
                  </a:lnTo>
                  <a:lnTo>
                    <a:pt x="1765261" y="3898900"/>
                  </a:lnTo>
                  <a:lnTo>
                    <a:pt x="1765363" y="3771900"/>
                  </a:lnTo>
                  <a:lnTo>
                    <a:pt x="1765477" y="3632200"/>
                  </a:lnTo>
                  <a:lnTo>
                    <a:pt x="1765096" y="3619500"/>
                  </a:lnTo>
                  <a:lnTo>
                    <a:pt x="1763953" y="3619500"/>
                  </a:lnTo>
                  <a:lnTo>
                    <a:pt x="1762353" y="3606800"/>
                  </a:lnTo>
                  <a:lnTo>
                    <a:pt x="1760575" y="3594100"/>
                  </a:lnTo>
                  <a:lnTo>
                    <a:pt x="1817370" y="3594100"/>
                  </a:lnTo>
                  <a:lnTo>
                    <a:pt x="1817382" y="3708400"/>
                  </a:lnTo>
                  <a:lnTo>
                    <a:pt x="1817801" y="3759200"/>
                  </a:lnTo>
                  <a:lnTo>
                    <a:pt x="1818716" y="3810000"/>
                  </a:lnTo>
                  <a:lnTo>
                    <a:pt x="1820341" y="3860800"/>
                  </a:lnTo>
                  <a:lnTo>
                    <a:pt x="1820405" y="3911600"/>
                  </a:lnTo>
                  <a:lnTo>
                    <a:pt x="1820494" y="3937000"/>
                  </a:lnTo>
                  <a:lnTo>
                    <a:pt x="1820595" y="3962400"/>
                  </a:lnTo>
                  <a:lnTo>
                    <a:pt x="1820672" y="3975100"/>
                  </a:lnTo>
                  <a:lnTo>
                    <a:pt x="1820748" y="3987800"/>
                  </a:lnTo>
                  <a:lnTo>
                    <a:pt x="1820824" y="4000500"/>
                  </a:lnTo>
                  <a:lnTo>
                    <a:pt x="1820900" y="4013200"/>
                  </a:lnTo>
                  <a:lnTo>
                    <a:pt x="1821002" y="4025900"/>
                  </a:lnTo>
                  <a:lnTo>
                    <a:pt x="1821103" y="4038600"/>
                  </a:lnTo>
                  <a:lnTo>
                    <a:pt x="1821307" y="4064000"/>
                  </a:lnTo>
                  <a:lnTo>
                    <a:pt x="1821421" y="4076700"/>
                  </a:lnTo>
                  <a:lnTo>
                    <a:pt x="1821548" y="4089400"/>
                  </a:lnTo>
                  <a:lnTo>
                    <a:pt x="1821789" y="4114800"/>
                  </a:lnTo>
                  <a:lnTo>
                    <a:pt x="1822361" y="4165600"/>
                  </a:lnTo>
                  <a:lnTo>
                    <a:pt x="1822996" y="4216400"/>
                  </a:lnTo>
                  <a:lnTo>
                    <a:pt x="1823681" y="4267200"/>
                  </a:lnTo>
                  <a:lnTo>
                    <a:pt x="1824405" y="4318000"/>
                  </a:lnTo>
                  <a:lnTo>
                    <a:pt x="1828228" y="4572000"/>
                  </a:lnTo>
                  <a:lnTo>
                    <a:pt x="1828939" y="4622800"/>
                  </a:lnTo>
                  <a:lnTo>
                    <a:pt x="1829612" y="4673600"/>
                  </a:lnTo>
                  <a:lnTo>
                    <a:pt x="1830235" y="4724400"/>
                  </a:lnTo>
                  <a:lnTo>
                    <a:pt x="1830781" y="4775200"/>
                  </a:lnTo>
                  <a:lnTo>
                    <a:pt x="1831251" y="4826000"/>
                  </a:lnTo>
                  <a:lnTo>
                    <a:pt x="1831632" y="4876800"/>
                  </a:lnTo>
                  <a:lnTo>
                    <a:pt x="1831898" y="4927600"/>
                  </a:lnTo>
                  <a:lnTo>
                    <a:pt x="1832013" y="4965700"/>
                  </a:lnTo>
                  <a:lnTo>
                    <a:pt x="1832051" y="4978400"/>
                  </a:lnTo>
                  <a:lnTo>
                    <a:pt x="1832051" y="3568700"/>
                  </a:lnTo>
                  <a:lnTo>
                    <a:pt x="0" y="3568700"/>
                  </a:lnTo>
                  <a:lnTo>
                    <a:pt x="0" y="3594100"/>
                  </a:lnTo>
                  <a:lnTo>
                    <a:pt x="1746656" y="3594100"/>
                  </a:lnTo>
                  <a:lnTo>
                    <a:pt x="1739417" y="3606800"/>
                  </a:lnTo>
                  <a:lnTo>
                    <a:pt x="1739315" y="3657600"/>
                  </a:lnTo>
                  <a:lnTo>
                    <a:pt x="1739188" y="3733800"/>
                  </a:lnTo>
                  <a:lnTo>
                    <a:pt x="1739061" y="3848100"/>
                  </a:lnTo>
                  <a:lnTo>
                    <a:pt x="1738947" y="4241800"/>
                  </a:lnTo>
                  <a:lnTo>
                    <a:pt x="1738833" y="4521200"/>
                  </a:lnTo>
                  <a:lnTo>
                    <a:pt x="1738706" y="4622800"/>
                  </a:lnTo>
                  <a:lnTo>
                    <a:pt x="1738630" y="4673600"/>
                  </a:lnTo>
                  <a:lnTo>
                    <a:pt x="1738528" y="4724400"/>
                  </a:lnTo>
                  <a:lnTo>
                    <a:pt x="1738401" y="4775200"/>
                  </a:lnTo>
                  <a:lnTo>
                    <a:pt x="1738299" y="4813300"/>
                  </a:lnTo>
                  <a:lnTo>
                    <a:pt x="1738172" y="4851400"/>
                  </a:lnTo>
                  <a:lnTo>
                    <a:pt x="1738083" y="4876800"/>
                  </a:lnTo>
                  <a:lnTo>
                    <a:pt x="1737995" y="4902200"/>
                  </a:lnTo>
                  <a:lnTo>
                    <a:pt x="1737906" y="4927600"/>
                  </a:lnTo>
                  <a:lnTo>
                    <a:pt x="1737804" y="4953000"/>
                  </a:lnTo>
                  <a:lnTo>
                    <a:pt x="1737690" y="4978400"/>
                  </a:lnTo>
                  <a:lnTo>
                    <a:pt x="0" y="4978400"/>
                  </a:lnTo>
                  <a:lnTo>
                    <a:pt x="0" y="5003800"/>
                  </a:lnTo>
                  <a:lnTo>
                    <a:pt x="1738591" y="5003800"/>
                  </a:lnTo>
                  <a:lnTo>
                    <a:pt x="1738147" y="5029200"/>
                  </a:lnTo>
                  <a:lnTo>
                    <a:pt x="1737829" y="5041900"/>
                  </a:lnTo>
                  <a:lnTo>
                    <a:pt x="1738401" y="5067300"/>
                  </a:lnTo>
                  <a:lnTo>
                    <a:pt x="1740585" y="5080000"/>
                  </a:lnTo>
                  <a:lnTo>
                    <a:pt x="1760372" y="5080000"/>
                  </a:lnTo>
                  <a:lnTo>
                    <a:pt x="1762620" y="5067300"/>
                  </a:lnTo>
                  <a:lnTo>
                    <a:pt x="1763153" y="5041900"/>
                  </a:lnTo>
                  <a:lnTo>
                    <a:pt x="1762848" y="5029200"/>
                  </a:lnTo>
                  <a:lnTo>
                    <a:pt x="1762582" y="5003800"/>
                  </a:lnTo>
                  <a:lnTo>
                    <a:pt x="1834464" y="5003800"/>
                  </a:lnTo>
                  <a:lnTo>
                    <a:pt x="1834489" y="5029200"/>
                  </a:lnTo>
                  <a:lnTo>
                    <a:pt x="1834667" y="5041900"/>
                  </a:lnTo>
                  <a:lnTo>
                    <a:pt x="1835035" y="5054600"/>
                  </a:lnTo>
                  <a:lnTo>
                    <a:pt x="1835645" y="5080000"/>
                  </a:lnTo>
                  <a:lnTo>
                    <a:pt x="1857971" y="5080000"/>
                  </a:lnTo>
                  <a:lnTo>
                    <a:pt x="1858645" y="5054600"/>
                  </a:lnTo>
                  <a:lnTo>
                    <a:pt x="1858835" y="5041900"/>
                  </a:lnTo>
                  <a:lnTo>
                    <a:pt x="1858721" y="5029200"/>
                  </a:lnTo>
                  <a:lnTo>
                    <a:pt x="1858606" y="5016500"/>
                  </a:lnTo>
                  <a:lnTo>
                    <a:pt x="1858035" y="5003800"/>
                  </a:lnTo>
                  <a:lnTo>
                    <a:pt x="2585555" y="5003800"/>
                  </a:lnTo>
                  <a:lnTo>
                    <a:pt x="2585555" y="5803900"/>
                  </a:lnTo>
                  <a:lnTo>
                    <a:pt x="2585694" y="5854700"/>
                  </a:lnTo>
                  <a:lnTo>
                    <a:pt x="3217126" y="5854700"/>
                  </a:lnTo>
                  <a:lnTo>
                    <a:pt x="3215919" y="5803900"/>
                  </a:lnTo>
                  <a:lnTo>
                    <a:pt x="3214878" y="5753100"/>
                  </a:lnTo>
                  <a:lnTo>
                    <a:pt x="3213785" y="5715000"/>
                  </a:lnTo>
                  <a:lnTo>
                    <a:pt x="3212401" y="5664200"/>
                  </a:lnTo>
                  <a:lnTo>
                    <a:pt x="3210509" y="5613400"/>
                  </a:lnTo>
                  <a:lnTo>
                    <a:pt x="3209594" y="5562600"/>
                  </a:lnTo>
                  <a:lnTo>
                    <a:pt x="3208832" y="5511800"/>
                  </a:lnTo>
                  <a:lnTo>
                    <a:pt x="3208197" y="5461000"/>
                  </a:lnTo>
                  <a:lnTo>
                    <a:pt x="3207702" y="5410200"/>
                  </a:lnTo>
                  <a:lnTo>
                    <a:pt x="3207334" y="5359400"/>
                  </a:lnTo>
                  <a:lnTo>
                    <a:pt x="3207080" y="5308600"/>
                  </a:lnTo>
                  <a:lnTo>
                    <a:pt x="3206927" y="5257800"/>
                  </a:lnTo>
                  <a:lnTo>
                    <a:pt x="3206953" y="5156200"/>
                  </a:lnTo>
                  <a:lnTo>
                    <a:pt x="3207118" y="5105400"/>
                  </a:lnTo>
                  <a:lnTo>
                    <a:pt x="3207359" y="5054600"/>
                  </a:lnTo>
                  <a:lnTo>
                    <a:pt x="3207524" y="5029200"/>
                  </a:lnTo>
                  <a:lnTo>
                    <a:pt x="3207601" y="5016500"/>
                  </a:lnTo>
                  <a:lnTo>
                    <a:pt x="3207677" y="5003800"/>
                  </a:lnTo>
                  <a:lnTo>
                    <a:pt x="3338017" y="5003800"/>
                  </a:lnTo>
                  <a:lnTo>
                    <a:pt x="3350488" y="5105400"/>
                  </a:lnTo>
                  <a:lnTo>
                    <a:pt x="3356762" y="5156200"/>
                  </a:lnTo>
                  <a:lnTo>
                    <a:pt x="3363074" y="5207000"/>
                  </a:lnTo>
                  <a:lnTo>
                    <a:pt x="3369411" y="5257800"/>
                  </a:lnTo>
                  <a:lnTo>
                    <a:pt x="3375799" y="5308600"/>
                  </a:lnTo>
                  <a:lnTo>
                    <a:pt x="3382238" y="5359400"/>
                  </a:lnTo>
                  <a:lnTo>
                    <a:pt x="3388728" y="5410200"/>
                  </a:lnTo>
                  <a:lnTo>
                    <a:pt x="3395268" y="5461000"/>
                  </a:lnTo>
                  <a:lnTo>
                    <a:pt x="3401872" y="5511800"/>
                  </a:lnTo>
                  <a:lnTo>
                    <a:pt x="3408553" y="5562600"/>
                  </a:lnTo>
                  <a:lnTo>
                    <a:pt x="3415296" y="5613400"/>
                  </a:lnTo>
                  <a:lnTo>
                    <a:pt x="3422116" y="5651500"/>
                  </a:lnTo>
                  <a:lnTo>
                    <a:pt x="3429025" y="5702300"/>
                  </a:lnTo>
                  <a:lnTo>
                    <a:pt x="3436023" y="5753100"/>
                  </a:lnTo>
                  <a:lnTo>
                    <a:pt x="3443109" y="5803900"/>
                  </a:lnTo>
                  <a:lnTo>
                    <a:pt x="3450298" y="5854700"/>
                  </a:lnTo>
                  <a:lnTo>
                    <a:pt x="4099445" y="5854700"/>
                  </a:lnTo>
                  <a:lnTo>
                    <a:pt x="4093108" y="5803900"/>
                  </a:lnTo>
                  <a:lnTo>
                    <a:pt x="4086847" y="5753100"/>
                  </a:lnTo>
                  <a:lnTo>
                    <a:pt x="4080675" y="5702300"/>
                  </a:lnTo>
                  <a:lnTo>
                    <a:pt x="4074591" y="5651500"/>
                  </a:lnTo>
                  <a:lnTo>
                    <a:pt x="4068610" y="5613400"/>
                  </a:lnTo>
                  <a:lnTo>
                    <a:pt x="4062730" y="5562600"/>
                  </a:lnTo>
                  <a:lnTo>
                    <a:pt x="4056951" y="5511800"/>
                  </a:lnTo>
                  <a:lnTo>
                    <a:pt x="4051287" y="5461000"/>
                  </a:lnTo>
                  <a:lnTo>
                    <a:pt x="4045750" y="5410200"/>
                  </a:lnTo>
                  <a:lnTo>
                    <a:pt x="4040327" y="5359400"/>
                  </a:lnTo>
                  <a:lnTo>
                    <a:pt x="4035044" y="5308600"/>
                  </a:lnTo>
                  <a:lnTo>
                    <a:pt x="4029887" y="5257800"/>
                  </a:lnTo>
                  <a:lnTo>
                    <a:pt x="4024884" y="5207000"/>
                  </a:lnTo>
                  <a:lnTo>
                    <a:pt x="4020020" y="5156200"/>
                  </a:lnTo>
                  <a:lnTo>
                    <a:pt x="4015321" y="5105400"/>
                  </a:lnTo>
                  <a:lnTo>
                    <a:pt x="4010774" y="5054600"/>
                  </a:lnTo>
                  <a:lnTo>
                    <a:pt x="4006392" y="5003800"/>
                  </a:lnTo>
                  <a:lnTo>
                    <a:pt x="4286237" y="5003800"/>
                  </a:lnTo>
                  <a:lnTo>
                    <a:pt x="4286237" y="4978400"/>
                  </a:lnTo>
                  <a:close/>
                </a:path>
              </a:pathLst>
            </a:custGeom>
            <a:solidFill>
              <a:srgbClr val="665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68725" y="2004187"/>
              <a:ext cx="132751" cy="745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77456" y="2111612"/>
              <a:ext cx="86767" cy="10368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171472" y="2145029"/>
              <a:ext cx="919480" cy="8890"/>
            </a:xfrm>
            <a:custGeom>
              <a:avLst/>
              <a:gdLst/>
              <a:ahLst/>
              <a:cxnLst/>
              <a:rect l="l" t="t" r="r" b="b"/>
              <a:pathLst>
                <a:path w="919479" h="8889">
                  <a:moveTo>
                    <a:pt x="919162" y="2540"/>
                  </a:moveTo>
                  <a:lnTo>
                    <a:pt x="908062" y="2540"/>
                  </a:lnTo>
                  <a:lnTo>
                    <a:pt x="908062" y="1270"/>
                  </a:lnTo>
                  <a:lnTo>
                    <a:pt x="896340" y="1270"/>
                  </a:lnTo>
                  <a:lnTo>
                    <a:pt x="896340" y="0"/>
                  </a:lnTo>
                  <a:lnTo>
                    <a:pt x="184924" y="0"/>
                  </a:lnTo>
                  <a:lnTo>
                    <a:pt x="184924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177" y="2540"/>
                  </a:lnTo>
                  <a:lnTo>
                    <a:pt x="177" y="6350"/>
                  </a:lnTo>
                  <a:lnTo>
                    <a:pt x="342" y="6350"/>
                  </a:lnTo>
                  <a:lnTo>
                    <a:pt x="342" y="7620"/>
                  </a:lnTo>
                  <a:lnTo>
                    <a:pt x="431" y="8890"/>
                  </a:lnTo>
                  <a:lnTo>
                    <a:pt x="903986" y="8890"/>
                  </a:lnTo>
                  <a:lnTo>
                    <a:pt x="903986" y="7620"/>
                  </a:lnTo>
                  <a:lnTo>
                    <a:pt x="917244" y="7620"/>
                  </a:lnTo>
                  <a:lnTo>
                    <a:pt x="917244" y="6350"/>
                  </a:lnTo>
                  <a:lnTo>
                    <a:pt x="919162" y="6350"/>
                  </a:lnTo>
                  <a:lnTo>
                    <a:pt x="919162" y="2540"/>
                  </a:lnTo>
                  <a:close/>
                </a:path>
              </a:pathLst>
            </a:custGeom>
            <a:solidFill>
              <a:srgbClr val="665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52278" y="2139923"/>
              <a:ext cx="86542" cy="10423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09270" y="2154489"/>
              <a:ext cx="1499870" cy="882650"/>
            </a:xfrm>
            <a:custGeom>
              <a:avLst/>
              <a:gdLst/>
              <a:ahLst/>
              <a:cxnLst/>
              <a:rect l="l" t="t" r="r" b="b"/>
              <a:pathLst>
                <a:path w="1499870" h="882650">
                  <a:moveTo>
                    <a:pt x="660737" y="882046"/>
                  </a:moveTo>
                  <a:lnTo>
                    <a:pt x="656257" y="874878"/>
                  </a:lnTo>
                  <a:lnTo>
                    <a:pt x="653707" y="866606"/>
                  </a:lnTo>
                  <a:lnTo>
                    <a:pt x="654258" y="858197"/>
                  </a:lnTo>
                  <a:lnTo>
                    <a:pt x="654021" y="823355"/>
                  </a:lnTo>
                  <a:lnTo>
                    <a:pt x="654064" y="753671"/>
                  </a:lnTo>
                  <a:lnTo>
                    <a:pt x="653983" y="718829"/>
                  </a:lnTo>
                  <a:lnTo>
                    <a:pt x="501575" y="718405"/>
                  </a:lnTo>
                  <a:lnTo>
                    <a:pt x="95079" y="718467"/>
                  </a:lnTo>
                  <a:lnTo>
                    <a:pt x="35116" y="718384"/>
                  </a:lnTo>
                  <a:lnTo>
                    <a:pt x="25989" y="718958"/>
                  </a:lnTo>
                  <a:lnTo>
                    <a:pt x="16900" y="719985"/>
                  </a:lnTo>
                  <a:lnTo>
                    <a:pt x="7870" y="721379"/>
                  </a:lnTo>
                  <a:lnTo>
                    <a:pt x="9519" y="733606"/>
                  </a:lnTo>
                  <a:lnTo>
                    <a:pt x="11601" y="746408"/>
                  </a:lnTo>
                  <a:lnTo>
                    <a:pt x="10439" y="758396"/>
                  </a:lnTo>
                  <a:lnTo>
                    <a:pt x="1625" y="715714"/>
                  </a:lnTo>
                  <a:lnTo>
                    <a:pt x="1047" y="663243"/>
                  </a:lnTo>
                  <a:lnTo>
                    <a:pt x="297" y="558287"/>
                  </a:lnTo>
                  <a:lnTo>
                    <a:pt x="0" y="453318"/>
                  </a:lnTo>
                  <a:lnTo>
                    <a:pt x="166" y="295852"/>
                  </a:lnTo>
                  <a:lnTo>
                    <a:pt x="1184" y="33429"/>
                  </a:lnTo>
                  <a:lnTo>
                    <a:pt x="10489" y="34738"/>
                  </a:lnTo>
                  <a:lnTo>
                    <a:pt x="10972" y="708214"/>
                  </a:lnTo>
                  <a:lnTo>
                    <a:pt x="555572" y="707901"/>
                  </a:lnTo>
                  <a:lnTo>
                    <a:pt x="654603" y="708146"/>
                  </a:lnTo>
                  <a:lnTo>
                    <a:pt x="654217" y="315137"/>
                  </a:lnTo>
                  <a:lnTo>
                    <a:pt x="654327" y="216910"/>
                  </a:lnTo>
                  <a:lnTo>
                    <a:pt x="654508" y="178492"/>
                  </a:lnTo>
                  <a:lnTo>
                    <a:pt x="655636" y="159383"/>
                  </a:lnTo>
                  <a:lnTo>
                    <a:pt x="659083" y="140540"/>
                  </a:lnTo>
                  <a:lnTo>
                    <a:pt x="661996" y="166230"/>
                  </a:lnTo>
                  <a:lnTo>
                    <a:pt x="662900" y="192062"/>
                  </a:lnTo>
                  <a:lnTo>
                    <a:pt x="662912" y="217946"/>
                  </a:lnTo>
                  <a:lnTo>
                    <a:pt x="663150" y="243791"/>
                  </a:lnTo>
                  <a:lnTo>
                    <a:pt x="663420" y="553182"/>
                  </a:lnTo>
                  <a:lnTo>
                    <a:pt x="663063" y="656311"/>
                  </a:lnTo>
                  <a:lnTo>
                    <a:pt x="662667" y="707870"/>
                  </a:lnTo>
                  <a:lnTo>
                    <a:pt x="760479" y="708171"/>
                  </a:lnTo>
                  <a:lnTo>
                    <a:pt x="1102882" y="710622"/>
                  </a:lnTo>
                  <a:lnTo>
                    <a:pt x="1200721" y="710932"/>
                  </a:lnTo>
                  <a:lnTo>
                    <a:pt x="1249641" y="710903"/>
                  </a:lnTo>
                  <a:lnTo>
                    <a:pt x="1297193" y="711325"/>
                  </a:lnTo>
                  <a:lnTo>
                    <a:pt x="1344784" y="711089"/>
                  </a:lnTo>
                  <a:lnTo>
                    <a:pt x="1392373" y="711041"/>
                  </a:lnTo>
                  <a:lnTo>
                    <a:pt x="1439915" y="712030"/>
                  </a:lnTo>
                  <a:lnTo>
                    <a:pt x="1487367" y="714900"/>
                  </a:lnTo>
                  <a:lnTo>
                    <a:pt x="1488176" y="164632"/>
                  </a:lnTo>
                  <a:lnTo>
                    <a:pt x="1488539" y="64583"/>
                  </a:lnTo>
                  <a:lnTo>
                    <a:pt x="1488553" y="48308"/>
                  </a:lnTo>
                  <a:lnTo>
                    <a:pt x="1488134" y="31930"/>
                  </a:lnTo>
                  <a:lnTo>
                    <a:pt x="1489072" y="15732"/>
                  </a:lnTo>
                  <a:lnTo>
                    <a:pt x="1493157" y="0"/>
                  </a:lnTo>
                  <a:lnTo>
                    <a:pt x="1496535" y="47112"/>
                  </a:lnTo>
                  <a:lnTo>
                    <a:pt x="1497077" y="94385"/>
                  </a:lnTo>
                  <a:lnTo>
                    <a:pt x="1497141" y="141697"/>
                  </a:lnTo>
                  <a:lnTo>
                    <a:pt x="1499085" y="188926"/>
                  </a:lnTo>
                  <a:lnTo>
                    <a:pt x="1499278" y="241289"/>
                  </a:lnTo>
                  <a:lnTo>
                    <a:pt x="1499236" y="504173"/>
                  </a:lnTo>
                  <a:lnTo>
                    <a:pt x="1499427" y="557586"/>
                  </a:lnTo>
                  <a:lnTo>
                    <a:pt x="1499464" y="610994"/>
                  </a:lnTo>
                  <a:lnTo>
                    <a:pt x="1498949" y="664380"/>
                  </a:lnTo>
                  <a:lnTo>
                    <a:pt x="1497485" y="717724"/>
                  </a:lnTo>
                  <a:lnTo>
                    <a:pt x="1494673" y="771006"/>
                  </a:lnTo>
                  <a:lnTo>
                    <a:pt x="1489216" y="759589"/>
                  </a:lnTo>
                  <a:lnTo>
                    <a:pt x="1487617" y="747080"/>
                  </a:lnTo>
                  <a:lnTo>
                    <a:pt x="1487685" y="734145"/>
                  </a:lnTo>
                  <a:lnTo>
                    <a:pt x="1487229" y="721448"/>
                  </a:lnTo>
                  <a:lnTo>
                    <a:pt x="1193053" y="721845"/>
                  </a:lnTo>
                  <a:lnTo>
                    <a:pt x="1045958" y="721623"/>
                  </a:lnTo>
                  <a:lnTo>
                    <a:pt x="898877" y="720897"/>
                  </a:lnTo>
                  <a:lnTo>
                    <a:pt x="852330" y="718790"/>
                  </a:lnTo>
                  <a:lnTo>
                    <a:pt x="805749" y="718185"/>
                  </a:lnTo>
                  <a:lnTo>
                    <a:pt x="712556" y="718557"/>
                  </a:lnTo>
                  <a:lnTo>
                    <a:pt x="665976" y="718071"/>
                  </a:lnTo>
                  <a:lnTo>
                    <a:pt x="663170" y="758977"/>
                  </a:lnTo>
                  <a:lnTo>
                    <a:pt x="663504" y="841100"/>
                  </a:lnTo>
                  <a:lnTo>
                    <a:pt x="660737" y="882046"/>
                  </a:lnTo>
                  <a:close/>
                </a:path>
              </a:pathLst>
            </a:custGeom>
            <a:solidFill>
              <a:srgbClr val="665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98535" y="2214041"/>
              <a:ext cx="79022" cy="18118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61110" y="2361895"/>
              <a:ext cx="3257550" cy="462280"/>
            </a:xfrm>
            <a:custGeom>
              <a:avLst/>
              <a:gdLst/>
              <a:ahLst/>
              <a:cxnLst/>
              <a:rect l="l" t="t" r="r" b="b"/>
              <a:pathLst>
                <a:path w="3257550" h="462280">
                  <a:moveTo>
                    <a:pt x="558241" y="335915"/>
                  </a:moveTo>
                  <a:lnTo>
                    <a:pt x="472935" y="202361"/>
                  </a:lnTo>
                  <a:lnTo>
                    <a:pt x="445528" y="160934"/>
                  </a:lnTo>
                  <a:lnTo>
                    <a:pt x="417830" y="119722"/>
                  </a:lnTo>
                  <a:lnTo>
                    <a:pt x="411975" y="114173"/>
                  </a:lnTo>
                  <a:lnTo>
                    <a:pt x="404736" y="115417"/>
                  </a:lnTo>
                  <a:lnTo>
                    <a:pt x="397586" y="120383"/>
                  </a:lnTo>
                  <a:lnTo>
                    <a:pt x="392049" y="125996"/>
                  </a:lnTo>
                  <a:lnTo>
                    <a:pt x="361086" y="162318"/>
                  </a:lnTo>
                  <a:lnTo>
                    <a:pt x="298856" y="234772"/>
                  </a:lnTo>
                  <a:lnTo>
                    <a:pt x="267843" y="271081"/>
                  </a:lnTo>
                  <a:lnTo>
                    <a:pt x="261340" y="278257"/>
                  </a:lnTo>
                  <a:lnTo>
                    <a:pt x="254952" y="285648"/>
                  </a:lnTo>
                  <a:lnTo>
                    <a:pt x="248183" y="292646"/>
                  </a:lnTo>
                  <a:lnTo>
                    <a:pt x="240550" y="298653"/>
                  </a:lnTo>
                  <a:lnTo>
                    <a:pt x="221259" y="295084"/>
                  </a:lnTo>
                  <a:lnTo>
                    <a:pt x="201790" y="289598"/>
                  </a:lnTo>
                  <a:lnTo>
                    <a:pt x="182384" y="286448"/>
                  </a:lnTo>
                  <a:lnTo>
                    <a:pt x="163283" y="289902"/>
                  </a:lnTo>
                  <a:lnTo>
                    <a:pt x="131559" y="318630"/>
                  </a:lnTo>
                  <a:lnTo>
                    <a:pt x="100799" y="348449"/>
                  </a:lnTo>
                  <a:lnTo>
                    <a:pt x="70307" y="378587"/>
                  </a:lnTo>
                  <a:lnTo>
                    <a:pt x="39357" y="408241"/>
                  </a:lnTo>
                  <a:lnTo>
                    <a:pt x="15125" y="431927"/>
                  </a:lnTo>
                  <a:lnTo>
                    <a:pt x="5181" y="445249"/>
                  </a:lnTo>
                  <a:lnTo>
                    <a:pt x="0" y="461251"/>
                  </a:lnTo>
                  <a:lnTo>
                    <a:pt x="19024" y="462216"/>
                  </a:lnTo>
                  <a:lnTo>
                    <a:pt x="58242" y="426173"/>
                  </a:lnTo>
                  <a:lnTo>
                    <a:pt x="134480" y="351548"/>
                  </a:lnTo>
                  <a:lnTo>
                    <a:pt x="173621" y="315468"/>
                  </a:lnTo>
                  <a:lnTo>
                    <a:pt x="191973" y="315023"/>
                  </a:lnTo>
                  <a:lnTo>
                    <a:pt x="210515" y="319506"/>
                  </a:lnTo>
                  <a:lnTo>
                    <a:pt x="229247" y="325069"/>
                  </a:lnTo>
                  <a:lnTo>
                    <a:pt x="248132" y="327875"/>
                  </a:lnTo>
                  <a:lnTo>
                    <a:pt x="257937" y="320205"/>
                  </a:lnTo>
                  <a:lnTo>
                    <a:pt x="266496" y="311213"/>
                  </a:lnTo>
                  <a:lnTo>
                    <a:pt x="282524" y="292112"/>
                  </a:lnTo>
                  <a:lnTo>
                    <a:pt x="312280" y="258000"/>
                  </a:lnTo>
                  <a:lnTo>
                    <a:pt x="371398" y="189407"/>
                  </a:lnTo>
                  <a:lnTo>
                    <a:pt x="401421" y="155498"/>
                  </a:lnTo>
                  <a:lnTo>
                    <a:pt x="410108" y="155638"/>
                  </a:lnTo>
                  <a:lnTo>
                    <a:pt x="441858" y="201752"/>
                  </a:lnTo>
                  <a:lnTo>
                    <a:pt x="472198" y="248920"/>
                  </a:lnTo>
                  <a:lnTo>
                    <a:pt x="502970" y="295795"/>
                  </a:lnTo>
                  <a:lnTo>
                    <a:pt x="536041" y="340969"/>
                  </a:lnTo>
                  <a:lnTo>
                    <a:pt x="544195" y="345617"/>
                  </a:lnTo>
                  <a:lnTo>
                    <a:pt x="553173" y="343027"/>
                  </a:lnTo>
                  <a:lnTo>
                    <a:pt x="558241" y="335915"/>
                  </a:lnTo>
                  <a:close/>
                </a:path>
                <a:path w="3257550" h="462280">
                  <a:moveTo>
                    <a:pt x="1354950" y="15570"/>
                  </a:moveTo>
                  <a:lnTo>
                    <a:pt x="1353693" y="4724"/>
                  </a:lnTo>
                  <a:lnTo>
                    <a:pt x="1346403" y="0"/>
                  </a:lnTo>
                  <a:lnTo>
                    <a:pt x="1336941" y="1270"/>
                  </a:lnTo>
                  <a:lnTo>
                    <a:pt x="1329169" y="8407"/>
                  </a:lnTo>
                  <a:lnTo>
                    <a:pt x="1308608" y="34328"/>
                  </a:lnTo>
                  <a:lnTo>
                    <a:pt x="1287868" y="60134"/>
                  </a:lnTo>
                  <a:lnTo>
                    <a:pt x="1267256" y="86042"/>
                  </a:lnTo>
                  <a:lnTo>
                    <a:pt x="1247076" y="112280"/>
                  </a:lnTo>
                  <a:lnTo>
                    <a:pt x="1238364" y="122631"/>
                  </a:lnTo>
                  <a:lnTo>
                    <a:pt x="1233030" y="126085"/>
                  </a:lnTo>
                  <a:lnTo>
                    <a:pt x="1226400" y="125653"/>
                  </a:lnTo>
                  <a:lnTo>
                    <a:pt x="1202893" y="107607"/>
                  </a:lnTo>
                  <a:lnTo>
                    <a:pt x="1180630" y="87503"/>
                  </a:lnTo>
                  <a:lnTo>
                    <a:pt x="1157287" y="69291"/>
                  </a:lnTo>
                  <a:lnTo>
                    <a:pt x="1130528" y="56857"/>
                  </a:lnTo>
                  <a:lnTo>
                    <a:pt x="1097737" y="92329"/>
                  </a:lnTo>
                  <a:lnTo>
                    <a:pt x="1064755" y="127596"/>
                  </a:lnTo>
                  <a:lnTo>
                    <a:pt x="1031582" y="162699"/>
                  </a:lnTo>
                  <a:lnTo>
                    <a:pt x="998270" y="197650"/>
                  </a:lnTo>
                  <a:lnTo>
                    <a:pt x="964831" y="232486"/>
                  </a:lnTo>
                  <a:lnTo>
                    <a:pt x="938517" y="222199"/>
                  </a:lnTo>
                  <a:lnTo>
                    <a:pt x="912926" y="210070"/>
                  </a:lnTo>
                  <a:lnTo>
                    <a:pt x="887222" y="198424"/>
                  </a:lnTo>
                  <a:lnTo>
                    <a:pt x="860615" y="189611"/>
                  </a:lnTo>
                  <a:lnTo>
                    <a:pt x="814324" y="217068"/>
                  </a:lnTo>
                  <a:lnTo>
                    <a:pt x="768985" y="246240"/>
                  </a:lnTo>
                  <a:lnTo>
                    <a:pt x="723785" y="275691"/>
                  </a:lnTo>
                  <a:lnTo>
                    <a:pt x="677887" y="303961"/>
                  </a:lnTo>
                  <a:lnTo>
                    <a:pt x="670788" y="308584"/>
                  </a:lnTo>
                  <a:lnTo>
                    <a:pt x="665848" y="314985"/>
                  </a:lnTo>
                  <a:lnTo>
                    <a:pt x="662419" y="322529"/>
                  </a:lnTo>
                  <a:lnTo>
                    <a:pt x="659892" y="330568"/>
                  </a:lnTo>
                  <a:lnTo>
                    <a:pt x="668616" y="331177"/>
                  </a:lnTo>
                  <a:lnTo>
                    <a:pt x="771956" y="275120"/>
                  </a:lnTo>
                  <a:lnTo>
                    <a:pt x="811149" y="250050"/>
                  </a:lnTo>
                  <a:lnTo>
                    <a:pt x="849998" y="224485"/>
                  </a:lnTo>
                  <a:lnTo>
                    <a:pt x="854976" y="221678"/>
                  </a:lnTo>
                  <a:lnTo>
                    <a:pt x="860285" y="219100"/>
                  </a:lnTo>
                  <a:lnTo>
                    <a:pt x="865771" y="218020"/>
                  </a:lnTo>
                  <a:lnTo>
                    <a:pt x="871296" y="219671"/>
                  </a:lnTo>
                  <a:lnTo>
                    <a:pt x="895718" y="230479"/>
                  </a:lnTo>
                  <a:lnTo>
                    <a:pt x="919695" y="242354"/>
                  </a:lnTo>
                  <a:lnTo>
                    <a:pt x="943914" y="253593"/>
                  </a:lnTo>
                  <a:lnTo>
                    <a:pt x="1003465" y="228130"/>
                  </a:lnTo>
                  <a:lnTo>
                    <a:pt x="1037285" y="193205"/>
                  </a:lnTo>
                  <a:lnTo>
                    <a:pt x="1070737" y="157924"/>
                  </a:lnTo>
                  <a:lnTo>
                    <a:pt x="1104087" y="122555"/>
                  </a:lnTo>
                  <a:lnTo>
                    <a:pt x="1137551" y="87325"/>
                  </a:lnTo>
                  <a:lnTo>
                    <a:pt x="1155446" y="101092"/>
                  </a:lnTo>
                  <a:lnTo>
                    <a:pt x="1172908" y="115392"/>
                  </a:lnTo>
                  <a:lnTo>
                    <a:pt x="1190129" y="130009"/>
                  </a:lnTo>
                  <a:lnTo>
                    <a:pt x="1207236" y="144741"/>
                  </a:lnTo>
                  <a:lnTo>
                    <a:pt x="1214170" y="150456"/>
                  </a:lnTo>
                  <a:lnTo>
                    <a:pt x="1221536" y="155803"/>
                  </a:lnTo>
                  <a:lnTo>
                    <a:pt x="1229601" y="159550"/>
                  </a:lnTo>
                  <a:lnTo>
                    <a:pt x="1238669" y="160464"/>
                  </a:lnTo>
                  <a:lnTo>
                    <a:pt x="1251800" y="147535"/>
                  </a:lnTo>
                  <a:lnTo>
                    <a:pt x="1263459" y="133235"/>
                  </a:lnTo>
                  <a:lnTo>
                    <a:pt x="1274559" y="118414"/>
                  </a:lnTo>
                  <a:lnTo>
                    <a:pt x="1303439" y="81991"/>
                  </a:lnTo>
                  <a:lnTo>
                    <a:pt x="1321308" y="60375"/>
                  </a:lnTo>
                  <a:lnTo>
                    <a:pt x="1338770" y="38455"/>
                  </a:lnTo>
                  <a:lnTo>
                    <a:pt x="1354950" y="15570"/>
                  </a:lnTo>
                  <a:close/>
                </a:path>
                <a:path w="3257550" h="462280">
                  <a:moveTo>
                    <a:pt x="3256965" y="61061"/>
                  </a:moveTo>
                  <a:lnTo>
                    <a:pt x="3249638" y="43599"/>
                  </a:lnTo>
                  <a:lnTo>
                    <a:pt x="3234398" y="35369"/>
                  </a:lnTo>
                  <a:lnTo>
                    <a:pt x="3215538" y="34467"/>
                  </a:lnTo>
                  <a:lnTo>
                    <a:pt x="3197415" y="38938"/>
                  </a:lnTo>
                  <a:lnTo>
                    <a:pt x="3185058" y="43865"/>
                  </a:lnTo>
                  <a:lnTo>
                    <a:pt x="3173844" y="52222"/>
                  </a:lnTo>
                  <a:lnTo>
                    <a:pt x="3167913" y="63169"/>
                  </a:lnTo>
                  <a:lnTo>
                    <a:pt x="3171418" y="75882"/>
                  </a:lnTo>
                  <a:lnTo>
                    <a:pt x="3183775" y="76949"/>
                  </a:lnTo>
                  <a:lnTo>
                    <a:pt x="3195218" y="72377"/>
                  </a:lnTo>
                  <a:lnTo>
                    <a:pt x="3206496" y="66319"/>
                  </a:lnTo>
                  <a:lnTo>
                    <a:pt x="3218434" y="62928"/>
                  </a:lnTo>
                  <a:lnTo>
                    <a:pt x="3237700" y="62458"/>
                  </a:lnTo>
                  <a:lnTo>
                    <a:pt x="3247339" y="62001"/>
                  </a:lnTo>
                  <a:lnTo>
                    <a:pt x="3256965" y="61061"/>
                  </a:lnTo>
                  <a:close/>
                </a:path>
              </a:pathLst>
            </a:custGeom>
            <a:solidFill>
              <a:srgbClr val="665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55726" y="2488961"/>
              <a:ext cx="158202" cy="10820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492769" y="2655773"/>
              <a:ext cx="523875" cy="320040"/>
            </a:xfrm>
            <a:custGeom>
              <a:avLst/>
              <a:gdLst/>
              <a:ahLst/>
              <a:cxnLst/>
              <a:rect l="l" t="t" r="r" b="b"/>
              <a:pathLst>
                <a:path w="523875" h="320039">
                  <a:moveTo>
                    <a:pt x="503796" y="173786"/>
                  </a:moveTo>
                  <a:lnTo>
                    <a:pt x="503529" y="173786"/>
                  </a:lnTo>
                  <a:lnTo>
                    <a:pt x="503529" y="169976"/>
                  </a:lnTo>
                  <a:lnTo>
                    <a:pt x="503262" y="169976"/>
                  </a:lnTo>
                  <a:lnTo>
                    <a:pt x="503262" y="168706"/>
                  </a:lnTo>
                  <a:lnTo>
                    <a:pt x="503123" y="168706"/>
                  </a:lnTo>
                  <a:lnTo>
                    <a:pt x="503123" y="167436"/>
                  </a:lnTo>
                  <a:lnTo>
                    <a:pt x="434860" y="167436"/>
                  </a:lnTo>
                  <a:lnTo>
                    <a:pt x="434860" y="166166"/>
                  </a:lnTo>
                  <a:lnTo>
                    <a:pt x="52438" y="166166"/>
                  </a:lnTo>
                  <a:lnTo>
                    <a:pt x="52438" y="167436"/>
                  </a:lnTo>
                  <a:lnTo>
                    <a:pt x="9880" y="167436"/>
                  </a:lnTo>
                  <a:lnTo>
                    <a:pt x="9880" y="168706"/>
                  </a:lnTo>
                  <a:lnTo>
                    <a:pt x="1955" y="168706"/>
                  </a:lnTo>
                  <a:lnTo>
                    <a:pt x="1955" y="169976"/>
                  </a:lnTo>
                  <a:lnTo>
                    <a:pt x="6400" y="169976"/>
                  </a:lnTo>
                  <a:lnTo>
                    <a:pt x="6400" y="173786"/>
                  </a:lnTo>
                  <a:lnTo>
                    <a:pt x="25247" y="173786"/>
                  </a:lnTo>
                  <a:lnTo>
                    <a:pt x="25247" y="175056"/>
                  </a:lnTo>
                  <a:lnTo>
                    <a:pt x="503796" y="175056"/>
                  </a:lnTo>
                  <a:lnTo>
                    <a:pt x="503796" y="173786"/>
                  </a:lnTo>
                  <a:close/>
                </a:path>
                <a:path w="523875" h="320039">
                  <a:moveTo>
                    <a:pt x="508330" y="7531"/>
                  </a:moveTo>
                  <a:lnTo>
                    <a:pt x="501307" y="2501"/>
                  </a:lnTo>
                  <a:lnTo>
                    <a:pt x="492963" y="228"/>
                  </a:lnTo>
                  <a:lnTo>
                    <a:pt x="484339" y="850"/>
                  </a:lnTo>
                  <a:lnTo>
                    <a:pt x="21374" y="0"/>
                  </a:lnTo>
                  <a:lnTo>
                    <a:pt x="14363" y="1130"/>
                  </a:lnTo>
                  <a:lnTo>
                    <a:pt x="7696" y="3492"/>
                  </a:lnTo>
                  <a:lnTo>
                    <a:pt x="1524" y="7188"/>
                  </a:lnTo>
                  <a:lnTo>
                    <a:pt x="56578" y="9194"/>
                  </a:lnTo>
                  <a:lnTo>
                    <a:pt x="111709" y="9347"/>
                  </a:lnTo>
                  <a:lnTo>
                    <a:pt x="166878" y="8953"/>
                  </a:lnTo>
                  <a:lnTo>
                    <a:pt x="222008" y="9321"/>
                  </a:lnTo>
                  <a:lnTo>
                    <a:pt x="269722" y="9105"/>
                  </a:lnTo>
                  <a:lnTo>
                    <a:pt x="365201" y="9702"/>
                  </a:lnTo>
                  <a:lnTo>
                    <a:pt x="412927" y="9766"/>
                  </a:lnTo>
                  <a:lnTo>
                    <a:pt x="460654" y="9169"/>
                  </a:lnTo>
                  <a:lnTo>
                    <a:pt x="508330" y="7531"/>
                  </a:lnTo>
                  <a:close/>
                </a:path>
                <a:path w="523875" h="320039">
                  <a:moveTo>
                    <a:pt x="512610" y="86042"/>
                  </a:moveTo>
                  <a:lnTo>
                    <a:pt x="477989" y="82765"/>
                  </a:lnTo>
                  <a:lnTo>
                    <a:pt x="443191" y="82118"/>
                  </a:lnTo>
                  <a:lnTo>
                    <a:pt x="408355" y="82435"/>
                  </a:lnTo>
                  <a:lnTo>
                    <a:pt x="373583" y="82118"/>
                  </a:lnTo>
                  <a:lnTo>
                    <a:pt x="320192" y="82359"/>
                  </a:lnTo>
                  <a:lnTo>
                    <a:pt x="266801" y="82296"/>
                  </a:lnTo>
                  <a:lnTo>
                    <a:pt x="160020" y="81927"/>
                  </a:lnTo>
                  <a:lnTo>
                    <a:pt x="106654" y="82016"/>
                  </a:lnTo>
                  <a:lnTo>
                    <a:pt x="53314" y="82511"/>
                  </a:lnTo>
                  <a:lnTo>
                    <a:pt x="0" y="83629"/>
                  </a:lnTo>
                  <a:lnTo>
                    <a:pt x="7010" y="86715"/>
                  </a:lnTo>
                  <a:lnTo>
                    <a:pt x="14287" y="88798"/>
                  </a:lnTo>
                  <a:lnTo>
                    <a:pt x="21793" y="89852"/>
                  </a:lnTo>
                  <a:lnTo>
                    <a:pt x="463397" y="90868"/>
                  </a:lnTo>
                  <a:lnTo>
                    <a:pt x="488365" y="91084"/>
                  </a:lnTo>
                  <a:lnTo>
                    <a:pt x="500710" y="89852"/>
                  </a:lnTo>
                  <a:lnTo>
                    <a:pt x="512610" y="86042"/>
                  </a:lnTo>
                  <a:close/>
                </a:path>
                <a:path w="523875" h="320039">
                  <a:moveTo>
                    <a:pt x="523722" y="310946"/>
                  </a:moveTo>
                  <a:lnTo>
                    <a:pt x="9029" y="310946"/>
                  </a:lnTo>
                  <a:lnTo>
                    <a:pt x="9029" y="318566"/>
                  </a:lnTo>
                  <a:lnTo>
                    <a:pt x="8775" y="318566"/>
                  </a:lnTo>
                  <a:lnTo>
                    <a:pt x="8775" y="319836"/>
                  </a:lnTo>
                  <a:lnTo>
                    <a:pt x="518642" y="319836"/>
                  </a:lnTo>
                  <a:lnTo>
                    <a:pt x="518642" y="318566"/>
                  </a:lnTo>
                  <a:lnTo>
                    <a:pt x="523722" y="318566"/>
                  </a:lnTo>
                  <a:lnTo>
                    <a:pt x="523722" y="310946"/>
                  </a:lnTo>
                  <a:close/>
                </a:path>
              </a:pathLst>
            </a:custGeom>
            <a:solidFill>
              <a:srgbClr val="665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80244" y="6547866"/>
              <a:ext cx="1754504" cy="419100"/>
            </a:xfrm>
            <a:prstGeom prst="rect">
              <a:avLst/>
            </a:prstGeom>
          </p:spPr>
        </p:pic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10" dirty="0"/>
              <a:t>Who</a:t>
            </a:r>
            <a:r>
              <a:rPr spc="-145" dirty="0"/>
              <a:t> </a:t>
            </a:r>
            <a:r>
              <a:rPr spc="-25" dirty="0"/>
              <a:t>Benefits</a:t>
            </a:r>
            <a:r>
              <a:rPr spc="-145" dirty="0"/>
              <a:t> </a:t>
            </a:r>
            <a:r>
              <a:rPr spc="350" dirty="0"/>
              <a:t>—</a:t>
            </a:r>
            <a:r>
              <a:rPr spc="-145" dirty="0"/>
              <a:t> </a:t>
            </a:r>
            <a:r>
              <a:rPr spc="50" dirty="0"/>
              <a:t>and</a:t>
            </a:r>
            <a:r>
              <a:rPr spc="-140" dirty="0"/>
              <a:t> </a:t>
            </a:r>
            <a:r>
              <a:rPr spc="100" dirty="0"/>
              <a:t>How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590581" y="1392752"/>
            <a:ext cx="447675" cy="386715"/>
            <a:chOff x="590581" y="1392752"/>
            <a:chExt cx="447675" cy="386715"/>
          </a:xfrm>
        </p:grpSpPr>
        <p:sp>
          <p:nvSpPr>
            <p:cNvPr id="17" name="object 17"/>
            <p:cNvSpPr/>
            <p:nvPr/>
          </p:nvSpPr>
          <p:spPr>
            <a:xfrm>
              <a:off x="600074" y="1402245"/>
              <a:ext cx="428625" cy="367665"/>
            </a:xfrm>
            <a:custGeom>
              <a:avLst/>
              <a:gdLst/>
              <a:ahLst/>
              <a:cxnLst/>
              <a:rect l="l" t="t" r="r" b="b"/>
              <a:pathLst>
                <a:path w="428625" h="367664">
                  <a:moveTo>
                    <a:pt x="53536" y="114024"/>
                  </a:moveTo>
                  <a:lnTo>
                    <a:pt x="60479" y="157398"/>
                  </a:lnTo>
                  <a:lnTo>
                    <a:pt x="88640" y="187255"/>
                  </a:lnTo>
                  <a:lnTo>
                    <a:pt x="129827" y="197013"/>
                  </a:lnTo>
                  <a:lnTo>
                    <a:pt x="137658" y="196059"/>
                  </a:lnTo>
                  <a:lnTo>
                    <a:pt x="173588" y="177770"/>
                  </a:lnTo>
                  <a:lnTo>
                    <a:pt x="194538" y="140709"/>
                  </a:lnTo>
                  <a:lnTo>
                    <a:pt x="195745" y="97244"/>
                  </a:lnTo>
                  <a:lnTo>
                    <a:pt x="195536" y="92903"/>
                  </a:lnTo>
                  <a:lnTo>
                    <a:pt x="180683" y="56922"/>
                  </a:lnTo>
                  <a:lnTo>
                    <a:pt x="146682" y="33220"/>
                  </a:lnTo>
                  <a:lnTo>
                    <a:pt x="124947" y="29910"/>
                  </a:lnTo>
                  <a:lnTo>
                    <a:pt x="118130" y="30102"/>
                  </a:lnTo>
                  <a:lnTo>
                    <a:pt x="79355" y="45993"/>
                  </a:lnTo>
                  <a:lnTo>
                    <a:pt x="57064" y="77911"/>
                  </a:lnTo>
                  <a:lnTo>
                    <a:pt x="53536" y="114024"/>
                  </a:lnTo>
                </a:path>
                <a:path w="428625" h="367664">
                  <a:moveTo>
                    <a:pt x="174389" y="105956"/>
                  </a:moveTo>
                  <a:lnTo>
                    <a:pt x="169452" y="102536"/>
                  </a:lnTo>
                  <a:lnTo>
                    <a:pt x="164676" y="100457"/>
                  </a:lnTo>
                  <a:lnTo>
                    <a:pt x="159551" y="99733"/>
                  </a:lnTo>
                  <a:lnTo>
                    <a:pt x="149317" y="99808"/>
                  </a:lnTo>
                  <a:lnTo>
                    <a:pt x="145894" y="100103"/>
                  </a:lnTo>
                  <a:lnTo>
                    <a:pt x="141837" y="101357"/>
                  </a:lnTo>
                  <a:lnTo>
                    <a:pt x="140146" y="102623"/>
                  </a:lnTo>
                  <a:lnTo>
                    <a:pt x="138046" y="104685"/>
                  </a:lnTo>
                  <a:lnTo>
                    <a:pt x="135535" y="107544"/>
                  </a:lnTo>
                </a:path>
                <a:path w="428625" h="367664">
                  <a:moveTo>
                    <a:pt x="113058" y="108896"/>
                  </a:moveTo>
                  <a:lnTo>
                    <a:pt x="95109" y="99629"/>
                  </a:lnTo>
                  <a:lnTo>
                    <a:pt x="86555" y="99847"/>
                  </a:lnTo>
                  <a:lnTo>
                    <a:pt x="81428" y="101280"/>
                  </a:lnTo>
                  <a:lnTo>
                    <a:pt x="79645" y="102348"/>
                  </a:lnTo>
                  <a:lnTo>
                    <a:pt x="78045" y="103818"/>
                  </a:lnTo>
                  <a:lnTo>
                    <a:pt x="74804" y="108920"/>
                  </a:lnTo>
                </a:path>
                <a:path w="428625" h="367664">
                  <a:moveTo>
                    <a:pt x="252676" y="353585"/>
                  </a:moveTo>
                  <a:lnTo>
                    <a:pt x="236926" y="367021"/>
                  </a:lnTo>
                  <a:lnTo>
                    <a:pt x="225715" y="367333"/>
                  </a:lnTo>
                </a:path>
                <a:path w="428625" h="367664">
                  <a:moveTo>
                    <a:pt x="17358" y="367312"/>
                  </a:moveTo>
                  <a:lnTo>
                    <a:pt x="240" y="349397"/>
                  </a:lnTo>
                  <a:lnTo>
                    <a:pt x="123" y="346031"/>
                  </a:lnTo>
                </a:path>
                <a:path w="428625" h="367664">
                  <a:moveTo>
                    <a:pt x="0" y="299013"/>
                  </a:moveTo>
                  <a:lnTo>
                    <a:pt x="233" y="289670"/>
                  </a:lnTo>
                </a:path>
                <a:path w="428625" h="367664">
                  <a:moveTo>
                    <a:pt x="174303" y="208564"/>
                  </a:moveTo>
                  <a:lnTo>
                    <a:pt x="149695" y="243061"/>
                  </a:lnTo>
                  <a:lnTo>
                    <a:pt x="125044" y="254495"/>
                  </a:lnTo>
                  <a:lnTo>
                    <a:pt x="118807" y="253862"/>
                  </a:lnTo>
                  <a:lnTo>
                    <a:pt x="88462" y="229644"/>
                  </a:lnTo>
                  <a:lnTo>
                    <a:pt x="80471" y="217105"/>
                  </a:lnTo>
                  <a:lnTo>
                    <a:pt x="75945" y="209323"/>
                  </a:lnTo>
                </a:path>
                <a:path w="428625" h="367664">
                  <a:moveTo>
                    <a:pt x="414742" y="0"/>
                  </a:moveTo>
                  <a:lnTo>
                    <a:pt x="428338" y="12564"/>
                  </a:lnTo>
                  <a:lnTo>
                    <a:pt x="428625" y="21191"/>
                  </a:lnTo>
                </a:path>
                <a:path w="428625" h="367664">
                  <a:moveTo>
                    <a:pt x="428489" y="212478"/>
                  </a:moveTo>
                  <a:lnTo>
                    <a:pt x="413909" y="231336"/>
                  </a:lnTo>
                  <a:lnTo>
                    <a:pt x="410506" y="231409"/>
                  </a:lnTo>
                </a:path>
                <a:path w="428625" h="367664">
                  <a:moveTo>
                    <a:pt x="335650" y="231672"/>
                  </a:moveTo>
                  <a:lnTo>
                    <a:pt x="325687" y="231438"/>
                  </a:lnTo>
                  <a:lnTo>
                    <a:pt x="313120" y="231267"/>
                  </a:lnTo>
                  <a:lnTo>
                    <a:pt x="297949" y="231160"/>
                  </a:lnTo>
                  <a:lnTo>
                    <a:pt x="280175" y="231116"/>
                  </a:lnTo>
                </a:path>
                <a:path w="428625" h="367664">
                  <a:moveTo>
                    <a:pt x="74804" y="108920"/>
                  </a:moveTo>
                  <a:lnTo>
                    <a:pt x="53619" y="108881"/>
                  </a:lnTo>
                </a:path>
                <a:path w="428625" h="367664">
                  <a:moveTo>
                    <a:pt x="112681" y="109013"/>
                  </a:moveTo>
                  <a:lnTo>
                    <a:pt x="113595" y="111963"/>
                  </a:lnTo>
                  <a:lnTo>
                    <a:pt x="113796" y="114960"/>
                  </a:lnTo>
                  <a:lnTo>
                    <a:pt x="113284" y="118004"/>
                  </a:lnTo>
                  <a:lnTo>
                    <a:pt x="112773" y="121049"/>
                  </a:lnTo>
                  <a:lnTo>
                    <a:pt x="111602" y="123816"/>
                  </a:lnTo>
                  <a:lnTo>
                    <a:pt x="109774" y="126304"/>
                  </a:lnTo>
                  <a:lnTo>
                    <a:pt x="107946" y="128792"/>
                  </a:lnTo>
                  <a:lnTo>
                    <a:pt x="94142" y="134244"/>
                  </a:lnTo>
                  <a:lnTo>
                    <a:pt x="91054" y="134253"/>
                  </a:lnTo>
                  <a:lnTo>
                    <a:pt x="88130" y="133566"/>
                  </a:lnTo>
                  <a:lnTo>
                    <a:pt x="85369" y="132183"/>
                  </a:lnTo>
                  <a:lnTo>
                    <a:pt x="82608" y="130800"/>
                  </a:lnTo>
                  <a:lnTo>
                    <a:pt x="80307" y="128870"/>
                  </a:lnTo>
                  <a:lnTo>
                    <a:pt x="78465" y="126393"/>
                  </a:lnTo>
                  <a:lnTo>
                    <a:pt x="76622" y="123915"/>
                  </a:lnTo>
                  <a:lnTo>
                    <a:pt x="75436" y="121155"/>
                  </a:lnTo>
                  <a:lnTo>
                    <a:pt x="74907" y="118113"/>
                  </a:lnTo>
                  <a:lnTo>
                    <a:pt x="74378" y="115071"/>
                  </a:lnTo>
                  <a:lnTo>
                    <a:pt x="74562" y="112073"/>
                  </a:lnTo>
                  <a:lnTo>
                    <a:pt x="75459" y="109119"/>
                  </a:lnTo>
                </a:path>
                <a:path w="428625" h="367664">
                  <a:moveTo>
                    <a:pt x="134296" y="108984"/>
                  </a:moveTo>
                  <a:lnTo>
                    <a:pt x="113058" y="108896"/>
                  </a:lnTo>
                </a:path>
                <a:path w="428625" h="367664">
                  <a:moveTo>
                    <a:pt x="173496" y="109166"/>
                  </a:moveTo>
                  <a:lnTo>
                    <a:pt x="174387" y="112103"/>
                  </a:lnTo>
                  <a:lnTo>
                    <a:pt x="174572" y="115084"/>
                  </a:lnTo>
                  <a:lnTo>
                    <a:pt x="174049" y="118109"/>
                  </a:lnTo>
                  <a:lnTo>
                    <a:pt x="151889" y="134209"/>
                  </a:lnTo>
                  <a:lnTo>
                    <a:pt x="148982" y="133523"/>
                  </a:lnTo>
                  <a:lnTo>
                    <a:pt x="146238" y="132148"/>
                  </a:lnTo>
                  <a:lnTo>
                    <a:pt x="143493" y="130772"/>
                  </a:lnTo>
                  <a:lnTo>
                    <a:pt x="141205" y="128853"/>
                  </a:lnTo>
                  <a:lnTo>
                    <a:pt x="139371" y="126392"/>
                  </a:lnTo>
                  <a:lnTo>
                    <a:pt x="137537" y="123930"/>
                  </a:lnTo>
                  <a:lnTo>
                    <a:pt x="136355" y="121187"/>
                  </a:lnTo>
                  <a:lnTo>
                    <a:pt x="135823" y="118164"/>
                  </a:lnTo>
                  <a:lnTo>
                    <a:pt x="135291" y="115140"/>
                  </a:lnTo>
                  <a:lnTo>
                    <a:pt x="135467" y="112159"/>
                  </a:lnTo>
                  <a:lnTo>
                    <a:pt x="136350" y="109219"/>
                  </a:lnTo>
                </a:path>
                <a:path w="428625" h="367664">
                  <a:moveTo>
                    <a:pt x="195694" y="109318"/>
                  </a:moveTo>
                  <a:lnTo>
                    <a:pt x="178782" y="109000"/>
                  </a:lnTo>
                </a:path>
                <a:path w="428625" h="367664">
                  <a:moveTo>
                    <a:pt x="225715" y="367333"/>
                  </a:moveTo>
                  <a:lnTo>
                    <a:pt x="17358" y="367312"/>
                  </a:lnTo>
                </a:path>
                <a:path w="428625" h="367664">
                  <a:moveTo>
                    <a:pt x="252676" y="353585"/>
                  </a:moveTo>
                  <a:lnTo>
                    <a:pt x="251957" y="284626"/>
                  </a:lnTo>
                </a:path>
                <a:path w="428625" h="367664">
                  <a:moveTo>
                    <a:pt x="123" y="346031"/>
                  </a:moveTo>
                  <a:lnTo>
                    <a:pt x="0" y="299013"/>
                  </a:lnTo>
                </a:path>
                <a:path w="428625" h="367664">
                  <a:moveTo>
                    <a:pt x="129309" y="601"/>
                  </a:moveTo>
                  <a:lnTo>
                    <a:pt x="414742" y="0"/>
                  </a:lnTo>
                </a:path>
                <a:path w="428625" h="367664">
                  <a:moveTo>
                    <a:pt x="252683" y="354608"/>
                  </a:moveTo>
                  <a:lnTo>
                    <a:pt x="386289" y="131403"/>
                  </a:lnTo>
                </a:path>
                <a:path w="428625" h="367664">
                  <a:moveTo>
                    <a:pt x="428625" y="21191"/>
                  </a:moveTo>
                  <a:lnTo>
                    <a:pt x="428489" y="212478"/>
                  </a:lnTo>
                </a:path>
                <a:path w="428625" h="367664">
                  <a:moveTo>
                    <a:pt x="252198" y="284590"/>
                  </a:moveTo>
                  <a:lnTo>
                    <a:pt x="235643" y="244496"/>
                  </a:lnTo>
                  <a:lnTo>
                    <a:pt x="202199" y="216872"/>
                  </a:lnTo>
                  <a:lnTo>
                    <a:pt x="181512" y="209912"/>
                  </a:lnTo>
                  <a:lnTo>
                    <a:pt x="174282" y="208738"/>
                  </a:lnTo>
                </a:path>
              </a:pathLst>
            </a:custGeom>
            <a:ln w="18987">
              <a:solidFill>
                <a:srgbClr val="FF94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0591" y="1601953"/>
              <a:ext cx="94907" cy="9944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5725" y="1633655"/>
              <a:ext cx="74930" cy="635"/>
            </a:xfrm>
            <a:custGeom>
              <a:avLst/>
              <a:gdLst/>
              <a:ahLst/>
              <a:cxnLst/>
              <a:rect l="l" t="t" r="r" b="b"/>
              <a:pathLst>
                <a:path w="74930" h="635">
                  <a:moveTo>
                    <a:pt x="74855" y="0"/>
                  </a:moveTo>
                  <a:lnTo>
                    <a:pt x="0" y="262"/>
                  </a:lnTo>
                </a:path>
              </a:pathLst>
            </a:custGeom>
            <a:ln w="18987">
              <a:solidFill>
                <a:srgbClr val="FF94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7374" y="1988788"/>
            <a:ext cx="5913755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For</a:t>
            </a:r>
            <a:r>
              <a:rPr sz="1950" spc="-13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Faculty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930"/>
              </a:spcBef>
            </a:pP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Instantly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identify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disengaged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students,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manage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large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labs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efficiently,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and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take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immediate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corrective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action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—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all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from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one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dashboard.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5829" y="3218574"/>
            <a:ext cx="397510" cy="439420"/>
            <a:chOff x="615829" y="3218574"/>
            <a:chExt cx="397510" cy="439420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2693" y="3488596"/>
              <a:ext cx="84056" cy="7688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15829" y="3219450"/>
              <a:ext cx="397510" cy="428625"/>
            </a:xfrm>
            <a:custGeom>
              <a:avLst/>
              <a:gdLst/>
              <a:ahLst/>
              <a:cxnLst/>
              <a:rect l="l" t="t" r="r" b="b"/>
              <a:pathLst>
                <a:path w="397509" h="428625">
                  <a:moveTo>
                    <a:pt x="367029" y="386150"/>
                  </a:moveTo>
                  <a:lnTo>
                    <a:pt x="29899" y="385921"/>
                  </a:lnTo>
                </a:path>
                <a:path w="397509" h="428625">
                  <a:moveTo>
                    <a:pt x="367144" y="428614"/>
                  </a:moveTo>
                  <a:lnTo>
                    <a:pt x="367029" y="386150"/>
                  </a:lnTo>
                </a:path>
                <a:path w="397509" h="428625">
                  <a:moveTo>
                    <a:pt x="35909" y="428616"/>
                  </a:moveTo>
                  <a:lnTo>
                    <a:pt x="397114" y="428606"/>
                  </a:lnTo>
                </a:path>
                <a:path w="397509" h="428625">
                  <a:moveTo>
                    <a:pt x="29899" y="385921"/>
                  </a:moveTo>
                  <a:lnTo>
                    <a:pt x="29742" y="428624"/>
                  </a:lnTo>
                </a:path>
                <a:path w="397509" h="428625">
                  <a:moveTo>
                    <a:pt x="231486" y="385742"/>
                  </a:moveTo>
                  <a:lnTo>
                    <a:pt x="231428" y="318053"/>
                  </a:lnTo>
                </a:path>
                <a:path w="397509" h="428625">
                  <a:moveTo>
                    <a:pt x="365642" y="205699"/>
                  </a:moveTo>
                  <a:lnTo>
                    <a:pt x="32545" y="205605"/>
                  </a:lnTo>
                </a:path>
                <a:path w="397509" h="428625">
                  <a:moveTo>
                    <a:pt x="327432" y="385742"/>
                  </a:moveTo>
                  <a:lnTo>
                    <a:pt x="327428" y="205652"/>
                  </a:lnTo>
                </a:path>
                <a:path w="397509" h="428625">
                  <a:moveTo>
                    <a:pt x="288175" y="205654"/>
                  </a:moveTo>
                  <a:lnTo>
                    <a:pt x="288159" y="385743"/>
                  </a:lnTo>
                </a:path>
                <a:path w="397509" h="428625">
                  <a:moveTo>
                    <a:pt x="109004" y="385740"/>
                  </a:moveTo>
                  <a:lnTo>
                    <a:pt x="108997" y="205660"/>
                  </a:lnTo>
                </a:path>
                <a:path w="397509" h="428625">
                  <a:moveTo>
                    <a:pt x="69965" y="205658"/>
                  </a:moveTo>
                  <a:lnTo>
                    <a:pt x="69961" y="385740"/>
                  </a:lnTo>
                </a:path>
                <a:path w="397509" h="428625">
                  <a:moveTo>
                    <a:pt x="365642" y="205699"/>
                  </a:moveTo>
                  <a:lnTo>
                    <a:pt x="198518" y="99638"/>
                  </a:lnTo>
                </a:path>
                <a:path w="397509" h="428625">
                  <a:moveTo>
                    <a:pt x="198518" y="99638"/>
                  </a:moveTo>
                  <a:lnTo>
                    <a:pt x="32545" y="205605"/>
                  </a:lnTo>
                </a:path>
                <a:path w="397509" h="428625">
                  <a:moveTo>
                    <a:pt x="270273" y="16265"/>
                  </a:moveTo>
                  <a:lnTo>
                    <a:pt x="198650" y="16202"/>
                  </a:lnTo>
                </a:path>
                <a:path w="397509" h="428625">
                  <a:moveTo>
                    <a:pt x="270273" y="16265"/>
                  </a:moveTo>
                  <a:lnTo>
                    <a:pt x="255219" y="41417"/>
                  </a:lnTo>
                </a:path>
                <a:path w="397509" h="428625">
                  <a:moveTo>
                    <a:pt x="272541" y="65036"/>
                  </a:moveTo>
                  <a:lnTo>
                    <a:pt x="255219" y="41417"/>
                  </a:lnTo>
                </a:path>
                <a:path w="397509" h="428625">
                  <a:moveTo>
                    <a:pt x="272541" y="65036"/>
                  </a:moveTo>
                  <a:lnTo>
                    <a:pt x="198557" y="65468"/>
                  </a:lnTo>
                </a:path>
                <a:path w="397509" h="428625">
                  <a:moveTo>
                    <a:pt x="198518" y="99638"/>
                  </a:moveTo>
                  <a:lnTo>
                    <a:pt x="198864" y="8616"/>
                  </a:lnTo>
                </a:path>
                <a:path w="397509" h="428625">
                  <a:moveTo>
                    <a:pt x="198864" y="8616"/>
                  </a:moveTo>
                  <a:lnTo>
                    <a:pt x="198878" y="0"/>
                  </a:lnTo>
                </a:path>
                <a:path w="397509" h="428625">
                  <a:moveTo>
                    <a:pt x="0" y="428604"/>
                  </a:moveTo>
                  <a:lnTo>
                    <a:pt x="35909" y="428616"/>
                  </a:lnTo>
                </a:path>
                <a:path w="397509" h="428625">
                  <a:moveTo>
                    <a:pt x="166356" y="336539"/>
                  </a:moveTo>
                  <a:lnTo>
                    <a:pt x="166332" y="385745"/>
                  </a:lnTo>
                </a:path>
              </a:pathLst>
            </a:custGeom>
            <a:ln w="18984">
              <a:solidFill>
                <a:srgbClr val="FF94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87374" y="3846162"/>
            <a:ext cx="5727065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For</a:t>
            </a:r>
            <a:r>
              <a:rPr sz="1950" spc="-13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Institutions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780"/>
              </a:spcBef>
            </a:pP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Improve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lab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productivity,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monitor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engagement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patterns </a:t>
            </a:r>
            <a:r>
              <a:rPr sz="1350" spc="-40" dirty="0">
                <a:solidFill>
                  <a:srgbClr val="66534E"/>
                </a:solidFill>
                <a:latin typeface="Verdana"/>
                <a:cs typeface="Verdana"/>
              </a:rPr>
              <a:t>over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time,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and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support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data-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driven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academic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decisions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at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program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level.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2369" y="5067317"/>
            <a:ext cx="324034" cy="44764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87374" y="5703537"/>
            <a:ext cx="5827395" cy="868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For</a:t>
            </a:r>
            <a:r>
              <a:rPr sz="1950" spc="-13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Students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855"/>
              </a:spcBef>
            </a:pPr>
            <a:r>
              <a:rPr sz="1350" spc="65" dirty="0">
                <a:solidFill>
                  <a:srgbClr val="66534E"/>
                </a:solidFill>
                <a:latin typeface="Verdana"/>
                <a:cs typeface="Verdana"/>
              </a:rPr>
              <a:t>When</a:t>
            </a:r>
            <a:r>
              <a:rPr sz="1350" spc="-6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visible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to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students,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dashboard</a:t>
            </a:r>
            <a:r>
              <a:rPr sz="1350" spc="-5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encourages</a:t>
            </a:r>
            <a:r>
              <a:rPr sz="1350" spc="-6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self-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regulation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and</a:t>
            </a:r>
            <a:r>
              <a:rPr sz="1350" spc="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focus</a:t>
            </a:r>
            <a:r>
              <a:rPr sz="1350" spc="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by</a:t>
            </a:r>
            <a:r>
              <a:rPr sz="1350" spc="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making</a:t>
            </a:r>
            <a:r>
              <a:rPr sz="1350" spc="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engagement</a:t>
            </a:r>
            <a:r>
              <a:rPr sz="1350" spc="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status</a:t>
            </a:r>
            <a:r>
              <a:rPr sz="1350" spc="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transparent.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4" y="1237456"/>
            <a:ext cx="7882890" cy="617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80" dirty="0"/>
              <a:t>Known</a:t>
            </a:r>
            <a:r>
              <a:rPr spc="-110" dirty="0"/>
              <a:t> </a:t>
            </a:r>
            <a:r>
              <a:rPr dirty="0"/>
              <a:t>Challenges</a:t>
            </a:r>
            <a:r>
              <a:rPr spc="-110" dirty="0"/>
              <a:t> </a:t>
            </a:r>
            <a:r>
              <a:rPr spc="360" dirty="0"/>
              <a:t>&amp;</a:t>
            </a:r>
            <a:r>
              <a:rPr spc="-110" dirty="0"/>
              <a:t> </a:t>
            </a:r>
            <a:r>
              <a:rPr spc="-10" dirty="0"/>
              <a:t>Considerations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4" y="2216150"/>
            <a:ext cx="682815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Accurate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engagement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detection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requires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careful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design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to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avoid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false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readings.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4" y="2657474"/>
            <a:ext cx="3295650" cy="2524125"/>
            <a:chOff x="600074" y="2657474"/>
            <a:chExt cx="3295650" cy="2524125"/>
          </a:xfrm>
        </p:grpSpPr>
        <p:sp>
          <p:nvSpPr>
            <p:cNvPr id="5" name="object 5"/>
            <p:cNvSpPr/>
            <p:nvPr/>
          </p:nvSpPr>
          <p:spPr>
            <a:xfrm>
              <a:off x="609599" y="2666999"/>
              <a:ext cx="3276600" cy="2505075"/>
            </a:xfrm>
            <a:custGeom>
              <a:avLst/>
              <a:gdLst/>
              <a:ahLst/>
              <a:cxnLst/>
              <a:rect l="l" t="t" r="r" b="b"/>
              <a:pathLst>
                <a:path w="3276600" h="2505075">
                  <a:moveTo>
                    <a:pt x="3229431" y="2505074"/>
                  </a:moveTo>
                  <a:lnTo>
                    <a:pt x="47167" y="2505074"/>
                  </a:lnTo>
                  <a:lnTo>
                    <a:pt x="43884" y="2504751"/>
                  </a:lnTo>
                  <a:lnTo>
                    <a:pt x="10349" y="2485394"/>
                  </a:lnTo>
                  <a:lnTo>
                    <a:pt x="0" y="2457907"/>
                  </a:lnTo>
                  <a:lnTo>
                    <a:pt x="0" y="245459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29431" y="0"/>
                  </a:lnTo>
                  <a:lnTo>
                    <a:pt x="3264157" y="17129"/>
                  </a:lnTo>
                  <a:lnTo>
                    <a:pt x="3276599" y="47167"/>
                  </a:lnTo>
                  <a:lnTo>
                    <a:pt x="3276599" y="2457907"/>
                  </a:lnTo>
                  <a:lnTo>
                    <a:pt x="3259470" y="2492631"/>
                  </a:lnTo>
                  <a:lnTo>
                    <a:pt x="3232714" y="2504751"/>
                  </a:lnTo>
                  <a:lnTo>
                    <a:pt x="3229431" y="250507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599" y="2666999"/>
              <a:ext cx="3276600" cy="2505075"/>
            </a:xfrm>
            <a:custGeom>
              <a:avLst/>
              <a:gdLst/>
              <a:ahLst/>
              <a:cxnLst/>
              <a:rect l="l" t="t" r="r" b="b"/>
              <a:pathLst>
                <a:path w="3276600" h="2505075">
                  <a:moveTo>
                    <a:pt x="0" y="24545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26117" y="0"/>
                  </a:lnTo>
                  <a:lnTo>
                    <a:pt x="3229431" y="0"/>
                  </a:lnTo>
                  <a:lnTo>
                    <a:pt x="3232714" y="323"/>
                  </a:lnTo>
                  <a:lnTo>
                    <a:pt x="3254163" y="8507"/>
                  </a:lnTo>
                  <a:lnTo>
                    <a:pt x="3256919" y="10348"/>
                  </a:lnTo>
                  <a:lnTo>
                    <a:pt x="3259470" y="12441"/>
                  </a:lnTo>
                  <a:lnTo>
                    <a:pt x="3261813" y="14785"/>
                  </a:lnTo>
                  <a:lnTo>
                    <a:pt x="3264157" y="17129"/>
                  </a:lnTo>
                  <a:lnTo>
                    <a:pt x="3275629" y="40633"/>
                  </a:lnTo>
                  <a:lnTo>
                    <a:pt x="3276276" y="43884"/>
                  </a:lnTo>
                  <a:lnTo>
                    <a:pt x="3276599" y="47167"/>
                  </a:lnTo>
                  <a:lnTo>
                    <a:pt x="3276599" y="50482"/>
                  </a:lnTo>
                  <a:lnTo>
                    <a:pt x="3276599" y="2454592"/>
                  </a:lnTo>
                  <a:lnTo>
                    <a:pt x="3276599" y="2457907"/>
                  </a:lnTo>
                  <a:lnTo>
                    <a:pt x="3276276" y="2461189"/>
                  </a:lnTo>
                  <a:lnTo>
                    <a:pt x="3275629" y="2464440"/>
                  </a:lnTo>
                  <a:lnTo>
                    <a:pt x="3274983" y="2467691"/>
                  </a:lnTo>
                  <a:lnTo>
                    <a:pt x="3274025" y="2470848"/>
                  </a:lnTo>
                  <a:lnTo>
                    <a:pt x="3272756" y="2473910"/>
                  </a:lnTo>
                  <a:lnTo>
                    <a:pt x="3271488" y="2476973"/>
                  </a:lnTo>
                  <a:lnTo>
                    <a:pt x="3269933" y="2479882"/>
                  </a:lnTo>
                  <a:lnTo>
                    <a:pt x="3268091" y="2482638"/>
                  </a:lnTo>
                  <a:lnTo>
                    <a:pt x="3266250" y="2485394"/>
                  </a:lnTo>
                  <a:lnTo>
                    <a:pt x="3254163" y="2496566"/>
                  </a:lnTo>
                  <a:lnTo>
                    <a:pt x="3251407" y="2498407"/>
                  </a:lnTo>
                  <a:lnTo>
                    <a:pt x="3229431" y="2505074"/>
                  </a:lnTo>
                  <a:lnTo>
                    <a:pt x="3226117" y="2505074"/>
                  </a:lnTo>
                  <a:lnTo>
                    <a:pt x="50482" y="2505074"/>
                  </a:lnTo>
                  <a:lnTo>
                    <a:pt x="47167" y="2505074"/>
                  </a:lnTo>
                  <a:lnTo>
                    <a:pt x="43884" y="2504751"/>
                  </a:lnTo>
                  <a:lnTo>
                    <a:pt x="40633" y="2504104"/>
                  </a:lnTo>
                  <a:lnTo>
                    <a:pt x="37382" y="2503457"/>
                  </a:lnTo>
                  <a:lnTo>
                    <a:pt x="22435" y="2496565"/>
                  </a:lnTo>
                  <a:lnTo>
                    <a:pt x="19679" y="2494724"/>
                  </a:lnTo>
                  <a:lnTo>
                    <a:pt x="8507" y="2482638"/>
                  </a:lnTo>
                  <a:lnTo>
                    <a:pt x="6666" y="2479882"/>
                  </a:lnTo>
                  <a:lnTo>
                    <a:pt x="5111" y="2476973"/>
                  </a:lnTo>
                  <a:lnTo>
                    <a:pt x="3842" y="2473910"/>
                  </a:lnTo>
                  <a:lnTo>
                    <a:pt x="2574" y="2470848"/>
                  </a:lnTo>
                  <a:lnTo>
                    <a:pt x="1616" y="2467691"/>
                  </a:lnTo>
                  <a:lnTo>
                    <a:pt x="969" y="2464440"/>
                  </a:lnTo>
                  <a:lnTo>
                    <a:pt x="323" y="2461190"/>
                  </a:lnTo>
                  <a:lnTo>
                    <a:pt x="0" y="2457907"/>
                  </a:lnTo>
                  <a:lnTo>
                    <a:pt x="0" y="2454592"/>
                  </a:lnTo>
                  <a:close/>
                </a:path>
              </a:pathLst>
            </a:custGeom>
            <a:ln w="190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9124" y="2676524"/>
              <a:ext cx="3257550" cy="504825"/>
            </a:xfrm>
            <a:custGeom>
              <a:avLst/>
              <a:gdLst/>
              <a:ahLst/>
              <a:cxnLst/>
              <a:rect l="l" t="t" r="r" b="b"/>
              <a:pathLst>
                <a:path w="3257550" h="504825">
                  <a:moveTo>
                    <a:pt x="3257549" y="504824"/>
                  </a:moveTo>
                  <a:lnTo>
                    <a:pt x="0" y="504824"/>
                  </a:lnTo>
                  <a:lnTo>
                    <a:pt x="0" y="35526"/>
                  </a:lnTo>
                  <a:lnTo>
                    <a:pt x="30301" y="1039"/>
                  </a:lnTo>
                  <a:lnTo>
                    <a:pt x="35526" y="0"/>
                  </a:lnTo>
                  <a:lnTo>
                    <a:pt x="3222023" y="0"/>
                  </a:lnTo>
                  <a:lnTo>
                    <a:pt x="3256510" y="30301"/>
                  </a:lnTo>
                  <a:lnTo>
                    <a:pt x="3257549" y="50482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9124" y="3171824"/>
              <a:ext cx="3257550" cy="19050"/>
            </a:xfrm>
            <a:custGeom>
              <a:avLst/>
              <a:gdLst/>
              <a:ahLst/>
              <a:cxnLst/>
              <a:rect l="l" t="t" r="r" b="b"/>
              <a:pathLst>
                <a:path w="3257550" h="19050">
                  <a:moveTo>
                    <a:pt x="32575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257549" y="0"/>
                  </a:lnTo>
                  <a:lnTo>
                    <a:pt x="3257549" y="19049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8283" y="2796785"/>
              <a:ext cx="268677" cy="24554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77874" y="3322707"/>
            <a:ext cx="2749550" cy="165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95655">
              <a:lnSpc>
                <a:spcPct val="105800"/>
              </a:lnSpc>
              <a:spcBef>
                <a:spcPts val="100"/>
              </a:spcBef>
            </a:pPr>
            <a:r>
              <a:rPr sz="1950" spc="-40" dirty="0">
                <a:solidFill>
                  <a:srgbClr val="66534E"/>
                </a:solidFill>
                <a:latin typeface="Tahoma"/>
                <a:cs typeface="Tahoma"/>
              </a:rPr>
              <a:t>"Browser</a:t>
            </a:r>
            <a:r>
              <a:rPr sz="1950" spc="-6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Open"</a:t>
            </a:r>
            <a:r>
              <a:rPr sz="1950" spc="-60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14" dirty="0">
                <a:solidFill>
                  <a:srgbClr val="66534E"/>
                </a:solidFill>
                <a:latin typeface="Tahoma"/>
                <a:cs typeface="Tahoma"/>
              </a:rPr>
              <a:t>≠ 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Working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8000"/>
              </a:lnSpc>
              <a:spcBef>
                <a:spcPts val="905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browser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window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doesn't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confirm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productive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activity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—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students</a:t>
            </a:r>
            <a:r>
              <a:rPr sz="1350" spc="-6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may</a:t>
            </a:r>
            <a:r>
              <a:rPr sz="1350" spc="-6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browse</a:t>
            </a:r>
            <a:r>
              <a:rPr sz="1350" spc="-6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unrelated content.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67174" y="2657474"/>
            <a:ext cx="3295650" cy="2524125"/>
            <a:chOff x="4067174" y="2657474"/>
            <a:chExt cx="3295650" cy="2524125"/>
          </a:xfrm>
        </p:grpSpPr>
        <p:sp>
          <p:nvSpPr>
            <p:cNvPr id="12" name="object 12"/>
            <p:cNvSpPr/>
            <p:nvPr/>
          </p:nvSpPr>
          <p:spPr>
            <a:xfrm>
              <a:off x="4076699" y="2666999"/>
              <a:ext cx="3276600" cy="2505075"/>
            </a:xfrm>
            <a:custGeom>
              <a:avLst/>
              <a:gdLst/>
              <a:ahLst/>
              <a:cxnLst/>
              <a:rect l="l" t="t" r="r" b="b"/>
              <a:pathLst>
                <a:path w="3276600" h="2505075">
                  <a:moveTo>
                    <a:pt x="3229431" y="2505074"/>
                  </a:moveTo>
                  <a:lnTo>
                    <a:pt x="47167" y="2505074"/>
                  </a:lnTo>
                  <a:lnTo>
                    <a:pt x="43884" y="2504751"/>
                  </a:lnTo>
                  <a:lnTo>
                    <a:pt x="10349" y="2485394"/>
                  </a:lnTo>
                  <a:lnTo>
                    <a:pt x="0" y="2457907"/>
                  </a:lnTo>
                  <a:lnTo>
                    <a:pt x="0" y="2454592"/>
                  </a:lnTo>
                  <a:lnTo>
                    <a:pt x="0" y="47167"/>
                  </a:lnTo>
                  <a:lnTo>
                    <a:pt x="17130" y="12441"/>
                  </a:lnTo>
                  <a:lnTo>
                    <a:pt x="47167" y="0"/>
                  </a:lnTo>
                  <a:lnTo>
                    <a:pt x="3229431" y="0"/>
                  </a:lnTo>
                  <a:lnTo>
                    <a:pt x="3264157" y="17129"/>
                  </a:lnTo>
                  <a:lnTo>
                    <a:pt x="3276600" y="47167"/>
                  </a:lnTo>
                  <a:lnTo>
                    <a:pt x="3276600" y="2457907"/>
                  </a:lnTo>
                  <a:lnTo>
                    <a:pt x="3259469" y="2492631"/>
                  </a:lnTo>
                  <a:lnTo>
                    <a:pt x="3232714" y="2504751"/>
                  </a:lnTo>
                  <a:lnTo>
                    <a:pt x="3229431" y="250507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76699" y="2666999"/>
              <a:ext cx="3276600" cy="2505075"/>
            </a:xfrm>
            <a:custGeom>
              <a:avLst/>
              <a:gdLst/>
              <a:ahLst/>
              <a:cxnLst/>
              <a:rect l="l" t="t" r="r" b="b"/>
              <a:pathLst>
                <a:path w="3276600" h="2505075">
                  <a:moveTo>
                    <a:pt x="0" y="24545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70" y="40633"/>
                  </a:lnTo>
                  <a:lnTo>
                    <a:pt x="1616" y="37382"/>
                  </a:lnTo>
                  <a:lnTo>
                    <a:pt x="2573" y="34225"/>
                  </a:lnTo>
                  <a:lnTo>
                    <a:pt x="14786" y="14785"/>
                  </a:lnTo>
                  <a:lnTo>
                    <a:pt x="17130" y="12441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26117" y="0"/>
                  </a:lnTo>
                  <a:lnTo>
                    <a:pt x="3229431" y="0"/>
                  </a:lnTo>
                  <a:lnTo>
                    <a:pt x="3232714" y="323"/>
                  </a:lnTo>
                  <a:lnTo>
                    <a:pt x="3235965" y="970"/>
                  </a:lnTo>
                  <a:lnTo>
                    <a:pt x="3239216" y="1616"/>
                  </a:lnTo>
                  <a:lnTo>
                    <a:pt x="3268091" y="22435"/>
                  </a:lnTo>
                  <a:lnTo>
                    <a:pt x="3269933" y="25191"/>
                  </a:lnTo>
                  <a:lnTo>
                    <a:pt x="3275629" y="40633"/>
                  </a:lnTo>
                  <a:lnTo>
                    <a:pt x="3276276" y="43884"/>
                  </a:lnTo>
                  <a:lnTo>
                    <a:pt x="3276600" y="47167"/>
                  </a:lnTo>
                  <a:lnTo>
                    <a:pt x="3276600" y="50482"/>
                  </a:lnTo>
                  <a:lnTo>
                    <a:pt x="3276600" y="2454592"/>
                  </a:lnTo>
                  <a:lnTo>
                    <a:pt x="3276600" y="2457907"/>
                  </a:lnTo>
                  <a:lnTo>
                    <a:pt x="3276276" y="2461189"/>
                  </a:lnTo>
                  <a:lnTo>
                    <a:pt x="3275630" y="2464440"/>
                  </a:lnTo>
                  <a:lnTo>
                    <a:pt x="3274983" y="2467691"/>
                  </a:lnTo>
                  <a:lnTo>
                    <a:pt x="3274025" y="2470848"/>
                  </a:lnTo>
                  <a:lnTo>
                    <a:pt x="3272757" y="2473910"/>
                  </a:lnTo>
                  <a:lnTo>
                    <a:pt x="3271488" y="2476973"/>
                  </a:lnTo>
                  <a:lnTo>
                    <a:pt x="3269933" y="2479882"/>
                  </a:lnTo>
                  <a:lnTo>
                    <a:pt x="3268091" y="2482638"/>
                  </a:lnTo>
                  <a:lnTo>
                    <a:pt x="3266250" y="2485394"/>
                  </a:lnTo>
                  <a:lnTo>
                    <a:pt x="3254162" y="2496566"/>
                  </a:lnTo>
                  <a:lnTo>
                    <a:pt x="3251406" y="2498407"/>
                  </a:lnTo>
                  <a:lnTo>
                    <a:pt x="3235965" y="2504104"/>
                  </a:lnTo>
                  <a:lnTo>
                    <a:pt x="3232714" y="2504751"/>
                  </a:lnTo>
                  <a:lnTo>
                    <a:pt x="3229431" y="2505074"/>
                  </a:lnTo>
                  <a:lnTo>
                    <a:pt x="3226117" y="2505074"/>
                  </a:lnTo>
                  <a:lnTo>
                    <a:pt x="50482" y="2505074"/>
                  </a:lnTo>
                  <a:lnTo>
                    <a:pt x="47167" y="2505074"/>
                  </a:lnTo>
                  <a:lnTo>
                    <a:pt x="43884" y="2504751"/>
                  </a:lnTo>
                  <a:lnTo>
                    <a:pt x="22435" y="2496565"/>
                  </a:lnTo>
                  <a:lnTo>
                    <a:pt x="19679" y="2494724"/>
                  </a:lnTo>
                  <a:lnTo>
                    <a:pt x="3842" y="2473910"/>
                  </a:lnTo>
                  <a:lnTo>
                    <a:pt x="2573" y="2470848"/>
                  </a:lnTo>
                  <a:lnTo>
                    <a:pt x="1616" y="2467691"/>
                  </a:lnTo>
                  <a:lnTo>
                    <a:pt x="970" y="2464440"/>
                  </a:lnTo>
                  <a:lnTo>
                    <a:pt x="323" y="2461190"/>
                  </a:lnTo>
                  <a:lnTo>
                    <a:pt x="0" y="2457907"/>
                  </a:lnTo>
                  <a:lnTo>
                    <a:pt x="0" y="2454592"/>
                  </a:lnTo>
                  <a:close/>
                </a:path>
              </a:pathLst>
            </a:custGeom>
            <a:ln w="190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86224" y="2676524"/>
              <a:ext cx="3257550" cy="504825"/>
            </a:xfrm>
            <a:custGeom>
              <a:avLst/>
              <a:gdLst/>
              <a:ahLst/>
              <a:cxnLst/>
              <a:rect l="l" t="t" r="r" b="b"/>
              <a:pathLst>
                <a:path w="3257550" h="504825">
                  <a:moveTo>
                    <a:pt x="3257550" y="504824"/>
                  </a:moveTo>
                  <a:lnTo>
                    <a:pt x="0" y="504824"/>
                  </a:lnTo>
                  <a:lnTo>
                    <a:pt x="0" y="35526"/>
                  </a:lnTo>
                  <a:lnTo>
                    <a:pt x="30301" y="1039"/>
                  </a:lnTo>
                  <a:lnTo>
                    <a:pt x="35526" y="0"/>
                  </a:lnTo>
                  <a:lnTo>
                    <a:pt x="3222023" y="0"/>
                  </a:lnTo>
                  <a:lnTo>
                    <a:pt x="3256509" y="30301"/>
                  </a:lnTo>
                  <a:lnTo>
                    <a:pt x="3257550" y="50482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86224" y="3171824"/>
              <a:ext cx="3257550" cy="19050"/>
            </a:xfrm>
            <a:custGeom>
              <a:avLst/>
              <a:gdLst/>
              <a:ahLst/>
              <a:cxnLst/>
              <a:rect l="l" t="t" r="r" b="b"/>
              <a:pathLst>
                <a:path w="3257550" h="19050">
                  <a:moveTo>
                    <a:pt x="32575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257549" y="0"/>
                  </a:lnTo>
                  <a:lnTo>
                    <a:pt x="3257549" y="19049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91069" y="2824925"/>
              <a:ext cx="257810" cy="189230"/>
            </a:xfrm>
            <a:custGeom>
              <a:avLst/>
              <a:gdLst/>
              <a:ahLst/>
              <a:cxnLst/>
              <a:rect l="l" t="t" r="r" b="b"/>
              <a:pathLst>
                <a:path w="257810" h="189230">
                  <a:moveTo>
                    <a:pt x="256481" y="147872"/>
                  </a:moveTo>
                  <a:lnTo>
                    <a:pt x="257378" y="154555"/>
                  </a:lnTo>
                  <a:lnTo>
                    <a:pt x="257386" y="162311"/>
                  </a:lnTo>
                  <a:lnTo>
                    <a:pt x="257145" y="165209"/>
                  </a:lnTo>
                  <a:lnTo>
                    <a:pt x="230307" y="188646"/>
                  </a:lnTo>
                  <a:lnTo>
                    <a:pt x="225388" y="188705"/>
                  </a:lnTo>
                </a:path>
                <a:path w="257810" h="189230">
                  <a:moveTo>
                    <a:pt x="40859" y="375"/>
                  </a:moveTo>
                  <a:lnTo>
                    <a:pt x="20430" y="20479"/>
                  </a:lnTo>
                  <a:lnTo>
                    <a:pt x="20422" y="28983"/>
                  </a:lnTo>
                </a:path>
                <a:path w="257810" h="189230">
                  <a:moveTo>
                    <a:pt x="256481" y="147872"/>
                  </a:moveTo>
                  <a:lnTo>
                    <a:pt x="2342" y="148108"/>
                  </a:lnTo>
                </a:path>
                <a:path w="257810" h="189230">
                  <a:moveTo>
                    <a:pt x="237086" y="147572"/>
                  </a:moveTo>
                  <a:lnTo>
                    <a:pt x="237084" y="20382"/>
                  </a:lnTo>
                </a:path>
                <a:path w="257810" h="189230">
                  <a:moveTo>
                    <a:pt x="93036" y="47818"/>
                  </a:moveTo>
                  <a:lnTo>
                    <a:pt x="65982" y="74814"/>
                  </a:lnTo>
                </a:path>
                <a:path w="257810" h="189230">
                  <a:moveTo>
                    <a:pt x="92421" y="101229"/>
                  </a:moveTo>
                  <a:lnTo>
                    <a:pt x="65982" y="74814"/>
                  </a:lnTo>
                </a:path>
                <a:path w="257810" h="189230">
                  <a:moveTo>
                    <a:pt x="166069" y="48024"/>
                  </a:moveTo>
                  <a:lnTo>
                    <a:pt x="192851" y="74780"/>
                  </a:lnTo>
                </a:path>
                <a:path w="257810" h="189230">
                  <a:moveTo>
                    <a:pt x="166947" y="100725"/>
                  </a:moveTo>
                  <a:lnTo>
                    <a:pt x="192851" y="74780"/>
                  </a:lnTo>
                </a:path>
                <a:path w="257810" h="189230">
                  <a:moveTo>
                    <a:pt x="225388" y="188705"/>
                  </a:moveTo>
                  <a:lnTo>
                    <a:pt x="30465" y="188689"/>
                  </a:lnTo>
                </a:path>
                <a:path w="257810" h="189230">
                  <a:moveTo>
                    <a:pt x="30467" y="188737"/>
                  </a:moveTo>
                  <a:lnTo>
                    <a:pt x="1824" y="169758"/>
                  </a:lnTo>
                  <a:lnTo>
                    <a:pt x="985" y="167438"/>
                  </a:lnTo>
                  <a:lnTo>
                    <a:pt x="452" y="165050"/>
                  </a:lnTo>
                  <a:lnTo>
                    <a:pt x="226" y="162593"/>
                  </a:lnTo>
                  <a:lnTo>
                    <a:pt x="0" y="160136"/>
                  </a:lnTo>
                  <a:lnTo>
                    <a:pt x="87" y="157690"/>
                  </a:lnTo>
                  <a:lnTo>
                    <a:pt x="489" y="155255"/>
                  </a:lnTo>
                  <a:lnTo>
                    <a:pt x="891" y="152821"/>
                  </a:lnTo>
                  <a:lnTo>
                    <a:pt x="1594" y="150476"/>
                  </a:lnTo>
                  <a:lnTo>
                    <a:pt x="2597" y="148222"/>
                  </a:lnTo>
                </a:path>
                <a:path w="257810" h="189230">
                  <a:moveTo>
                    <a:pt x="237104" y="20383"/>
                  </a:moveTo>
                  <a:lnTo>
                    <a:pt x="222082" y="673"/>
                  </a:lnTo>
                  <a:lnTo>
                    <a:pt x="219113" y="0"/>
                  </a:lnTo>
                  <a:lnTo>
                    <a:pt x="216150" y="26"/>
                  </a:lnTo>
                  <a:lnTo>
                    <a:pt x="213194" y="754"/>
                  </a:lnTo>
                </a:path>
                <a:path w="257810" h="189230">
                  <a:moveTo>
                    <a:pt x="213105" y="391"/>
                  </a:moveTo>
                  <a:lnTo>
                    <a:pt x="40859" y="375"/>
                  </a:lnTo>
                </a:path>
                <a:path w="257810" h="189230">
                  <a:moveTo>
                    <a:pt x="20422" y="28983"/>
                  </a:moveTo>
                  <a:lnTo>
                    <a:pt x="20415" y="147559"/>
                  </a:lnTo>
                </a:path>
              </a:pathLst>
            </a:custGeom>
            <a:ln w="11383">
              <a:solidFill>
                <a:srgbClr val="665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244975" y="3341337"/>
            <a:ext cx="2889885" cy="1097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90" dirty="0">
                <a:solidFill>
                  <a:srgbClr val="66534E"/>
                </a:solidFill>
                <a:latin typeface="Tahoma"/>
                <a:cs typeface="Tahoma"/>
              </a:rPr>
              <a:t>"VS</a:t>
            </a:r>
            <a:r>
              <a:rPr sz="1950" spc="-5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70" dirty="0">
                <a:solidFill>
                  <a:srgbClr val="66534E"/>
                </a:solidFill>
                <a:latin typeface="Tahoma"/>
                <a:cs typeface="Tahoma"/>
              </a:rPr>
              <a:t>Code</a:t>
            </a:r>
            <a:r>
              <a:rPr sz="1950" spc="-5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Open"</a:t>
            </a:r>
            <a:r>
              <a:rPr sz="1950" spc="-5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165" dirty="0">
                <a:solidFill>
                  <a:srgbClr val="66534E"/>
                </a:solidFill>
                <a:latin typeface="Tahoma"/>
                <a:cs typeface="Tahoma"/>
              </a:rPr>
              <a:t>≠</a:t>
            </a:r>
            <a:r>
              <a:rPr sz="1950" spc="-5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40" dirty="0">
                <a:solidFill>
                  <a:srgbClr val="66534E"/>
                </a:solidFill>
                <a:latin typeface="Tahoma"/>
                <a:cs typeface="Tahoma"/>
              </a:rPr>
              <a:t>Coding</a:t>
            </a:r>
            <a:endParaRPr sz="1950">
              <a:latin typeface="Tahoma"/>
              <a:cs typeface="Tahoma"/>
            </a:endParaRPr>
          </a:p>
          <a:p>
            <a:pPr marL="12700" marR="14604">
              <a:lnSpc>
                <a:spcPct val="108800"/>
              </a:lnSpc>
              <a:spcBef>
                <a:spcPts val="815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An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open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IDE</a:t>
            </a:r>
            <a:r>
              <a:rPr sz="1350" spc="-3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doesn't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mean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active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coding</a:t>
            </a:r>
            <a:r>
              <a:rPr sz="1350" spc="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—</a:t>
            </a:r>
            <a:r>
              <a:rPr sz="1350" spc="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350" spc="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student</a:t>
            </a:r>
            <a:r>
              <a:rPr sz="1350" spc="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could</a:t>
            </a:r>
            <a:r>
              <a:rPr sz="1350" spc="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be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idle</a:t>
            </a:r>
            <a:r>
              <a:rPr sz="1350" spc="-10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or</a:t>
            </a:r>
            <a:r>
              <a:rPr sz="1350" spc="-9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distracted.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534274" y="2657474"/>
            <a:ext cx="3295650" cy="2524125"/>
            <a:chOff x="7534274" y="2657474"/>
            <a:chExt cx="3295650" cy="2524125"/>
          </a:xfrm>
        </p:grpSpPr>
        <p:sp>
          <p:nvSpPr>
            <p:cNvPr id="19" name="object 19"/>
            <p:cNvSpPr/>
            <p:nvPr/>
          </p:nvSpPr>
          <p:spPr>
            <a:xfrm>
              <a:off x="7543799" y="2666999"/>
              <a:ext cx="3276600" cy="2505075"/>
            </a:xfrm>
            <a:custGeom>
              <a:avLst/>
              <a:gdLst/>
              <a:ahLst/>
              <a:cxnLst/>
              <a:rect l="l" t="t" r="r" b="b"/>
              <a:pathLst>
                <a:path w="3276600" h="2505075">
                  <a:moveTo>
                    <a:pt x="3229431" y="2505074"/>
                  </a:moveTo>
                  <a:lnTo>
                    <a:pt x="47167" y="2505074"/>
                  </a:lnTo>
                  <a:lnTo>
                    <a:pt x="43884" y="2504751"/>
                  </a:lnTo>
                  <a:lnTo>
                    <a:pt x="10348" y="2485394"/>
                  </a:lnTo>
                  <a:lnTo>
                    <a:pt x="0" y="2457907"/>
                  </a:lnTo>
                  <a:lnTo>
                    <a:pt x="0" y="245459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29431" y="0"/>
                  </a:lnTo>
                  <a:lnTo>
                    <a:pt x="3264156" y="17129"/>
                  </a:lnTo>
                  <a:lnTo>
                    <a:pt x="3276598" y="47167"/>
                  </a:lnTo>
                  <a:lnTo>
                    <a:pt x="3276598" y="2457907"/>
                  </a:lnTo>
                  <a:lnTo>
                    <a:pt x="3259470" y="2492631"/>
                  </a:lnTo>
                  <a:lnTo>
                    <a:pt x="3232714" y="2504751"/>
                  </a:lnTo>
                  <a:lnTo>
                    <a:pt x="3229431" y="250507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43799" y="2666999"/>
              <a:ext cx="3276600" cy="2505075"/>
            </a:xfrm>
            <a:custGeom>
              <a:avLst/>
              <a:gdLst/>
              <a:ahLst/>
              <a:cxnLst/>
              <a:rect l="l" t="t" r="r" b="b"/>
              <a:pathLst>
                <a:path w="3276600" h="2505075">
                  <a:moveTo>
                    <a:pt x="0" y="24545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3" y="34225"/>
                  </a:lnTo>
                  <a:lnTo>
                    <a:pt x="3842" y="31163"/>
                  </a:lnTo>
                  <a:lnTo>
                    <a:pt x="5110" y="28100"/>
                  </a:lnTo>
                  <a:lnTo>
                    <a:pt x="6665" y="25191"/>
                  </a:lnTo>
                  <a:lnTo>
                    <a:pt x="8507" y="22435"/>
                  </a:lnTo>
                  <a:lnTo>
                    <a:pt x="10348" y="19679"/>
                  </a:lnTo>
                  <a:lnTo>
                    <a:pt x="12441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9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26116" y="0"/>
                  </a:lnTo>
                  <a:lnTo>
                    <a:pt x="3229431" y="0"/>
                  </a:lnTo>
                  <a:lnTo>
                    <a:pt x="3232714" y="323"/>
                  </a:lnTo>
                  <a:lnTo>
                    <a:pt x="3235965" y="970"/>
                  </a:lnTo>
                  <a:lnTo>
                    <a:pt x="3239216" y="1616"/>
                  </a:lnTo>
                  <a:lnTo>
                    <a:pt x="3261813" y="14785"/>
                  </a:lnTo>
                  <a:lnTo>
                    <a:pt x="3264156" y="17129"/>
                  </a:lnTo>
                  <a:lnTo>
                    <a:pt x="3266249" y="19679"/>
                  </a:lnTo>
                  <a:lnTo>
                    <a:pt x="3268089" y="22435"/>
                  </a:lnTo>
                  <a:lnTo>
                    <a:pt x="3269932" y="25191"/>
                  </a:lnTo>
                  <a:lnTo>
                    <a:pt x="3275628" y="40633"/>
                  </a:lnTo>
                  <a:lnTo>
                    <a:pt x="3276275" y="43884"/>
                  </a:lnTo>
                  <a:lnTo>
                    <a:pt x="3276598" y="47167"/>
                  </a:lnTo>
                  <a:lnTo>
                    <a:pt x="3276599" y="50482"/>
                  </a:lnTo>
                  <a:lnTo>
                    <a:pt x="3276599" y="2454592"/>
                  </a:lnTo>
                  <a:lnTo>
                    <a:pt x="3276598" y="2457907"/>
                  </a:lnTo>
                  <a:lnTo>
                    <a:pt x="3276275" y="2461189"/>
                  </a:lnTo>
                  <a:lnTo>
                    <a:pt x="3275628" y="2464440"/>
                  </a:lnTo>
                  <a:lnTo>
                    <a:pt x="3274982" y="2467691"/>
                  </a:lnTo>
                  <a:lnTo>
                    <a:pt x="3274024" y="2470848"/>
                  </a:lnTo>
                  <a:lnTo>
                    <a:pt x="3272755" y="2473910"/>
                  </a:lnTo>
                  <a:lnTo>
                    <a:pt x="3271487" y="2476973"/>
                  </a:lnTo>
                  <a:lnTo>
                    <a:pt x="3269932" y="2479882"/>
                  </a:lnTo>
                  <a:lnTo>
                    <a:pt x="3268090" y="2482638"/>
                  </a:lnTo>
                  <a:lnTo>
                    <a:pt x="3266249" y="2485394"/>
                  </a:lnTo>
                  <a:lnTo>
                    <a:pt x="3254163" y="2496566"/>
                  </a:lnTo>
                  <a:lnTo>
                    <a:pt x="3251407" y="2498407"/>
                  </a:lnTo>
                  <a:lnTo>
                    <a:pt x="3235963" y="2504104"/>
                  </a:lnTo>
                  <a:lnTo>
                    <a:pt x="3232714" y="2504751"/>
                  </a:lnTo>
                  <a:lnTo>
                    <a:pt x="3229431" y="2505074"/>
                  </a:lnTo>
                  <a:lnTo>
                    <a:pt x="3226116" y="2505074"/>
                  </a:lnTo>
                  <a:lnTo>
                    <a:pt x="50482" y="2505074"/>
                  </a:lnTo>
                  <a:lnTo>
                    <a:pt x="47167" y="2505074"/>
                  </a:lnTo>
                  <a:lnTo>
                    <a:pt x="43884" y="2504751"/>
                  </a:lnTo>
                  <a:lnTo>
                    <a:pt x="40633" y="2504104"/>
                  </a:lnTo>
                  <a:lnTo>
                    <a:pt x="37382" y="2503457"/>
                  </a:lnTo>
                  <a:lnTo>
                    <a:pt x="22435" y="2496565"/>
                  </a:lnTo>
                  <a:lnTo>
                    <a:pt x="19679" y="2494724"/>
                  </a:lnTo>
                  <a:lnTo>
                    <a:pt x="17129" y="2492631"/>
                  </a:lnTo>
                  <a:lnTo>
                    <a:pt x="14785" y="2490288"/>
                  </a:lnTo>
                  <a:lnTo>
                    <a:pt x="12441" y="2487944"/>
                  </a:lnTo>
                  <a:lnTo>
                    <a:pt x="10348" y="2485394"/>
                  </a:lnTo>
                  <a:lnTo>
                    <a:pt x="8507" y="2482638"/>
                  </a:lnTo>
                  <a:lnTo>
                    <a:pt x="6665" y="2479882"/>
                  </a:lnTo>
                  <a:lnTo>
                    <a:pt x="5110" y="2476973"/>
                  </a:lnTo>
                  <a:lnTo>
                    <a:pt x="3842" y="2473910"/>
                  </a:lnTo>
                  <a:lnTo>
                    <a:pt x="2573" y="2470848"/>
                  </a:lnTo>
                  <a:lnTo>
                    <a:pt x="1616" y="2467691"/>
                  </a:lnTo>
                  <a:lnTo>
                    <a:pt x="969" y="2464440"/>
                  </a:lnTo>
                  <a:lnTo>
                    <a:pt x="323" y="2461190"/>
                  </a:lnTo>
                  <a:lnTo>
                    <a:pt x="0" y="2457907"/>
                  </a:lnTo>
                  <a:lnTo>
                    <a:pt x="0" y="2454592"/>
                  </a:lnTo>
                  <a:close/>
                </a:path>
              </a:pathLst>
            </a:custGeom>
            <a:ln w="190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53323" y="2676524"/>
              <a:ext cx="3257550" cy="504825"/>
            </a:xfrm>
            <a:custGeom>
              <a:avLst/>
              <a:gdLst/>
              <a:ahLst/>
              <a:cxnLst/>
              <a:rect l="l" t="t" r="r" b="b"/>
              <a:pathLst>
                <a:path w="3257550" h="504825">
                  <a:moveTo>
                    <a:pt x="3257550" y="504824"/>
                  </a:moveTo>
                  <a:lnTo>
                    <a:pt x="0" y="504824"/>
                  </a:lnTo>
                  <a:lnTo>
                    <a:pt x="0" y="35526"/>
                  </a:lnTo>
                  <a:lnTo>
                    <a:pt x="30301" y="1039"/>
                  </a:lnTo>
                  <a:lnTo>
                    <a:pt x="35526" y="0"/>
                  </a:lnTo>
                  <a:lnTo>
                    <a:pt x="3222023" y="0"/>
                  </a:lnTo>
                  <a:lnTo>
                    <a:pt x="3256508" y="30301"/>
                  </a:lnTo>
                  <a:lnTo>
                    <a:pt x="3257550" y="50482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53324" y="3171824"/>
              <a:ext cx="3257550" cy="19050"/>
            </a:xfrm>
            <a:custGeom>
              <a:avLst/>
              <a:gdLst/>
              <a:ahLst/>
              <a:cxnLst/>
              <a:rect l="l" t="t" r="r" b="b"/>
              <a:pathLst>
                <a:path w="3257550" h="19050">
                  <a:moveTo>
                    <a:pt x="32575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257549" y="0"/>
                  </a:lnTo>
                  <a:lnTo>
                    <a:pt x="3257549" y="19049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58274" y="2790824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257174" y="128587"/>
                  </a:moveTo>
                  <a:lnTo>
                    <a:pt x="257174" y="137030"/>
                  </a:lnTo>
                  <a:lnTo>
                    <a:pt x="256351" y="145392"/>
                  </a:lnTo>
                  <a:lnTo>
                    <a:pt x="254704" y="153673"/>
                  </a:lnTo>
                  <a:lnTo>
                    <a:pt x="253057" y="161954"/>
                  </a:lnTo>
                  <a:lnTo>
                    <a:pt x="250617" y="169995"/>
                  </a:lnTo>
                  <a:lnTo>
                    <a:pt x="247386" y="177795"/>
                  </a:lnTo>
                  <a:lnTo>
                    <a:pt x="244155" y="185596"/>
                  </a:lnTo>
                  <a:lnTo>
                    <a:pt x="240194" y="193006"/>
                  </a:lnTo>
                  <a:lnTo>
                    <a:pt x="235504" y="200026"/>
                  </a:lnTo>
                  <a:lnTo>
                    <a:pt x="230813" y="207047"/>
                  </a:lnTo>
                  <a:lnTo>
                    <a:pt x="200026" y="235504"/>
                  </a:lnTo>
                  <a:lnTo>
                    <a:pt x="193006" y="240194"/>
                  </a:lnTo>
                  <a:lnTo>
                    <a:pt x="153673" y="254704"/>
                  </a:lnTo>
                  <a:lnTo>
                    <a:pt x="137030" y="257174"/>
                  </a:lnTo>
                  <a:lnTo>
                    <a:pt x="128587" y="257174"/>
                  </a:lnTo>
                  <a:lnTo>
                    <a:pt x="120144" y="257174"/>
                  </a:lnTo>
                  <a:lnTo>
                    <a:pt x="111782" y="256351"/>
                  </a:lnTo>
                  <a:lnTo>
                    <a:pt x="103501" y="254704"/>
                  </a:lnTo>
                  <a:lnTo>
                    <a:pt x="95220" y="253056"/>
                  </a:lnTo>
                  <a:lnTo>
                    <a:pt x="57148" y="235504"/>
                  </a:lnTo>
                  <a:lnTo>
                    <a:pt x="26361" y="207047"/>
                  </a:lnTo>
                  <a:lnTo>
                    <a:pt x="6557" y="169995"/>
                  </a:lnTo>
                  <a:lnTo>
                    <a:pt x="2470" y="153673"/>
                  </a:lnTo>
                  <a:lnTo>
                    <a:pt x="823" y="145392"/>
                  </a:lnTo>
                  <a:lnTo>
                    <a:pt x="0" y="137030"/>
                  </a:ln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21670" y="57148"/>
                  </a:lnTo>
                  <a:lnTo>
                    <a:pt x="37662" y="37662"/>
                  </a:lnTo>
                  <a:lnTo>
                    <a:pt x="43632" y="31692"/>
                  </a:lnTo>
                  <a:lnTo>
                    <a:pt x="79379" y="9788"/>
                  </a:lnTo>
                  <a:lnTo>
                    <a:pt x="87179" y="6557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137030" y="0"/>
                  </a:lnTo>
                  <a:lnTo>
                    <a:pt x="177795" y="9788"/>
                  </a:lnTo>
                  <a:lnTo>
                    <a:pt x="200026" y="21670"/>
                  </a:lnTo>
                  <a:lnTo>
                    <a:pt x="207047" y="26361"/>
                  </a:lnTo>
                  <a:lnTo>
                    <a:pt x="235504" y="57148"/>
                  </a:lnTo>
                  <a:lnTo>
                    <a:pt x="247386" y="79379"/>
                  </a:lnTo>
                  <a:lnTo>
                    <a:pt x="250617" y="87179"/>
                  </a:lnTo>
                  <a:lnTo>
                    <a:pt x="253057" y="95220"/>
                  </a:lnTo>
                  <a:lnTo>
                    <a:pt x="254704" y="103501"/>
                  </a:lnTo>
                  <a:lnTo>
                    <a:pt x="256351" y="111782"/>
                  </a:lnTo>
                  <a:lnTo>
                    <a:pt x="257174" y="120144"/>
                  </a:lnTo>
                  <a:lnTo>
                    <a:pt x="257174" y="128587"/>
                  </a:lnTo>
                  <a:close/>
                </a:path>
                <a:path w="257175" h="257175">
                  <a:moveTo>
                    <a:pt x="127231" y="32047"/>
                  </a:moveTo>
                  <a:lnTo>
                    <a:pt x="127586" y="14468"/>
                  </a:lnTo>
                </a:path>
                <a:path w="257175" h="257175">
                  <a:moveTo>
                    <a:pt x="127342" y="58982"/>
                  </a:moveTo>
                  <a:lnTo>
                    <a:pt x="128219" y="123947"/>
                  </a:lnTo>
                </a:path>
                <a:path w="257175" h="257175">
                  <a:moveTo>
                    <a:pt x="176224" y="173118"/>
                  </a:moveTo>
                  <a:lnTo>
                    <a:pt x="128219" y="123947"/>
                  </a:lnTo>
                </a:path>
              </a:pathLst>
            </a:custGeom>
            <a:ln w="11430">
              <a:solidFill>
                <a:srgbClr val="665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712075" y="3322707"/>
            <a:ext cx="2832735" cy="1430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00">
              <a:lnSpc>
                <a:spcPct val="105800"/>
              </a:lnSpc>
              <a:spcBef>
                <a:spcPts val="100"/>
              </a:spcBef>
            </a:pPr>
            <a:r>
              <a:rPr sz="1950" spc="-20" dirty="0">
                <a:solidFill>
                  <a:srgbClr val="66534E"/>
                </a:solidFill>
                <a:latin typeface="Tahoma"/>
                <a:cs typeface="Tahoma"/>
              </a:rPr>
              <a:t>Idle</a:t>
            </a:r>
            <a:r>
              <a:rPr sz="1950" spc="5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66534E"/>
                </a:solidFill>
                <a:latin typeface="Tahoma"/>
                <a:cs typeface="Tahoma"/>
              </a:rPr>
              <a:t>Detection</a:t>
            </a:r>
            <a:r>
              <a:rPr sz="1950" spc="55" dirty="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950" spc="-25" dirty="0">
                <a:solidFill>
                  <a:srgbClr val="66534E"/>
                </a:solidFill>
                <a:latin typeface="Tahoma"/>
                <a:cs typeface="Tahoma"/>
              </a:rPr>
              <a:t>Can </a:t>
            </a:r>
            <a:r>
              <a:rPr sz="1950" spc="-10" dirty="0">
                <a:solidFill>
                  <a:srgbClr val="66534E"/>
                </a:solidFill>
                <a:latin typeface="Tahoma"/>
                <a:cs typeface="Tahoma"/>
              </a:rPr>
              <a:t>Mislead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930"/>
              </a:spcBef>
            </a:pP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Thinking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or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reading</a:t>
            </a:r>
            <a:r>
              <a:rPr sz="1350" spc="-5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may</a:t>
            </a:r>
            <a:r>
              <a:rPr sz="1350" spc="-4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register </a:t>
            </a:r>
            <a:r>
              <a:rPr sz="1350" spc="-35" dirty="0">
                <a:solidFill>
                  <a:srgbClr val="66534E"/>
                </a:solidFill>
                <a:latin typeface="Verdana"/>
                <a:cs typeface="Verdana"/>
              </a:rPr>
              <a:t>as</a:t>
            </a:r>
            <a:r>
              <a:rPr sz="1350" spc="-9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idle</a:t>
            </a:r>
            <a:r>
              <a:rPr sz="1350" spc="-9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—</a:t>
            </a:r>
            <a:r>
              <a:rPr sz="1350" spc="-9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thresholds</a:t>
            </a:r>
            <a:r>
              <a:rPr sz="1350" spc="-9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66534E"/>
                </a:solidFill>
                <a:latin typeface="Verdana"/>
                <a:cs typeface="Verdana"/>
              </a:rPr>
              <a:t>must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account</a:t>
            </a:r>
            <a:r>
              <a:rPr sz="1350" spc="-15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66534E"/>
                </a:solidFill>
                <a:latin typeface="Verdana"/>
                <a:cs typeface="Verdana"/>
              </a:rPr>
              <a:t>for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66534E"/>
                </a:solidFill>
                <a:latin typeface="Verdana"/>
                <a:cs typeface="Verdana"/>
              </a:rPr>
              <a:t>legitimate</a:t>
            </a:r>
            <a:r>
              <a:rPr sz="1350" spc="-10" dirty="0">
                <a:solidFill>
                  <a:srgbClr val="66534E"/>
                </a:solidFill>
                <a:latin typeface="Verdana"/>
                <a:cs typeface="Verdana"/>
              </a:rPr>
              <a:t> pauses.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5" name="object 2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spc="25" dirty="0"/>
              <a:t> </a:t>
            </a:r>
            <a:r>
              <a:rPr spc="-95" dirty="0"/>
              <a:t>Takeaways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2431462"/>
            <a:ext cx="4057649" cy="19049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00074" y="4538927"/>
            <a:ext cx="4057650" cy="762000"/>
          </a:xfrm>
          <a:custGeom>
            <a:avLst/>
            <a:gdLst/>
            <a:ahLst/>
            <a:cxnLst/>
            <a:rect l="l" t="t" r="r" b="b"/>
            <a:pathLst>
              <a:path w="4057650" h="762000">
                <a:moveTo>
                  <a:pt x="1146878" y="761651"/>
                </a:moveTo>
                <a:lnTo>
                  <a:pt x="1145220" y="760612"/>
                </a:lnTo>
                <a:lnTo>
                  <a:pt x="1145102" y="19419"/>
                </a:lnTo>
                <a:lnTo>
                  <a:pt x="1143681" y="18169"/>
                </a:lnTo>
                <a:lnTo>
                  <a:pt x="1093434" y="15827"/>
                </a:lnTo>
                <a:lnTo>
                  <a:pt x="636633" y="15797"/>
                </a:lnTo>
                <a:lnTo>
                  <a:pt x="395739" y="16104"/>
                </a:lnTo>
                <a:lnTo>
                  <a:pt x="381736" y="16225"/>
                </a:lnTo>
                <a:lnTo>
                  <a:pt x="366530" y="16548"/>
                </a:lnTo>
                <a:lnTo>
                  <a:pt x="350120" y="17073"/>
                </a:lnTo>
                <a:lnTo>
                  <a:pt x="332506" y="17801"/>
                </a:lnTo>
                <a:lnTo>
                  <a:pt x="316480" y="18240"/>
                </a:lnTo>
                <a:lnTo>
                  <a:pt x="300455" y="18097"/>
                </a:lnTo>
                <a:lnTo>
                  <a:pt x="284430" y="17372"/>
                </a:lnTo>
                <a:lnTo>
                  <a:pt x="268404" y="16064"/>
                </a:lnTo>
                <a:lnTo>
                  <a:pt x="261168" y="15354"/>
                </a:lnTo>
                <a:lnTo>
                  <a:pt x="257550" y="18735"/>
                </a:lnTo>
                <a:lnTo>
                  <a:pt x="257311" y="758078"/>
                </a:lnTo>
                <a:lnTo>
                  <a:pt x="256797" y="759170"/>
                </a:lnTo>
                <a:lnTo>
                  <a:pt x="254741" y="760873"/>
                </a:lnTo>
                <a:lnTo>
                  <a:pt x="253572" y="761174"/>
                </a:lnTo>
                <a:lnTo>
                  <a:pt x="247524" y="759941"/>
                </a:lnTo>
                <a:lnTo>
                  <a:pt x="243682" y="758519"/>
                </a:lnTo>
                <a:lnTo>
                  <a:pt x="241761" y="756020"/>
                </a:lnTo>
                <a:lnTo>
                  <a:pt x="241643" y="19556"/>
                </a:lnTo>
                <a:lnTo>
                  <a:pt x="241145" y="18360"/>
                </a:lnTo>
                <a:lnTo>
                  <a:pt x="239153" y="16384"/>
                </a:lnTo>
                <a:lnTo>
                  <a:pt x="237954" y="15896"/>
                </a:lnTo>
                <a:lnTo>
                  <a:pt x="0" y="17683"/>
                </a:lnTo>
                <a:lnTo>
                  <a:pt x="0" y="0"/>
                </a:lnTo>
                <a:lnTo>
                  <a:pt x="4057649" y="0"/>
                </a:lnTo>
                <a:lnTo>
                  <a:pt x="4057649" y="15709"/>
                </a:lnTo>
                <a:lnTo>
                  <a:pt x="2479645" y="15641"/>
                </a:lnTo>
                <a:lnTo>
                  <a:pt x="2478616" y="16072"/>
                </a:lnTo>
                <a:lnTo>
                  <a:pt x="2476911" y="17777"/>
                </a:lnTo>
                <a:lnTo>
                  <a:pt x="2476479" y="18806"/>
                </a:lnTo>
                <a:lnTo>
                  <a:pt x="2476350" y="753362"/>
                </a:lnTo>
                <a:lnTo>
                  <a:pt x="2475140" y="756875"/>
                </a:lnTo>
                <a:lnTo>
                  <a:pt x="2470633" y="760903"/>
                </a:lnTo>
                <a:lnTo>
                  <a:pt x="2468299" y="761294"/>
                </a:lnTo>
                <a:lnTo>
                  <a:pt x="2463135" y="759118"/>
                </a:lnTo>
                <a:lnTo>
                  <a:pt x="2461785" y="757174"/>
                </a:lnTo>
                <a:lnTo>
                  <a:pt x="2461075" y="738666"/>
                </a:lnTo>
                <a:lnTo>
                  <a:pt x="2460849" y="700734"/>
                </a:lnTo>
                <a:lnTo>
                  <a:pt x="2460594" y="561095"/>
                </a:lnTo>
                <a:lnTo>
                  <a:pt x="2460708" y="192202"/>
                </a:lnTo>
                <a:lnTo>
                  <a:pt x="2460904" y="19433"/>
                </a:lnTo>
                <a:lnTo>
                  <a:pt x="2457259" y="15788"/>
                </a:lnTo>
                <a:lnTo>
                  <a:pt x="1535615" y="15749"/>
                </a:lnTo>
                <a:lnTo>
                  <a:pt x="1533144" y="754467"/>
                </a:lnTo>
                <a:lnTo>
                  <a:pt x="1531657" y="756533"/>
                </a:lnTo>
                <a:lnTo>
                  <a:pt x="1519368" y="761309"/>
                </a:lnTo>
                <a:lnTo>
                  <a:pt x="1517711" y="760177"/>
                </a:lnTo>
                <a:lnTo>
                  <a:pt x="1517743" y="22738"/>
                </a:lnTo>
                <a:lnTo>
                  <a:pt x="1517228" y="21349"/>
                </a:lnTo>
                <a:lnTo>
                  <a:pt x="1484239" y="15749"/>
                </a:lnTo>
                <a:lnTo>
                  <a:pt x="1371547" y="15761"/>
                </a:lnTo>
                <a:lnTo>
                  <a:pt x="1286276" y="15925"/>
                </a:lnTo>
                <a:lnTo>
                  <a:pt x="1249266" y="16104"/>
                </a:lnTo>
                <a:lnTo>
                  <a:pt x="1243780" y="17525"/>
                </a:lnTo>
                <a:lnTo>
                  <a:pt x="1239399" y="17248"/>
                </a:lnTo>
                <a:lnTo>
                  <a:pt x="1220553" y="16333"/>
                </a:lnTo>
                <a:lnTo>
                  <a:pt x="1201832" y="15837"/>
                </a:lnTo>
                <a:lnTo>
                  <a:pt x="1183233" y="15761"/>
                </a:lnTo>
                <a:lnTo>
                  <a:pt x="1163691" y="16136"/>
                </a:lnTo>
                <a:lnTo>
                  <a:pt x="1162786" y="16535"/>
                </a:lnTo>
                <a:lnTo>
                  <a:pt x="1161300" y="18067"/>
                </a:lnTo>
                <a:lnTo>
                  <a:pt x="1160929" y="18984"/>
                </a:lnTo>
                <a:lnTo>
                  <a:pt x="1160975" y="754039"/>
                </a:lnTo>
                <a:lnTo>
                  <a:pt x="1159528" y="756302"/>
                </a:lnTo>
                <a:lnTo>
                  <a:pt x="1146878" y="761651"/>
                </a:lnTo>
                <a:close/>
              </a:path>
            </a:pathLst>
          </a:custGeom>
          <a:solidFill>
            <a:srgbClr val="66534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829298" y="1838324"/>
            <a:ext cx="381000" cy="390525"/>
            <a:chOff x="5829298" y="1838324"/>
            <a:chExt cx="381000" cy="390525"/>
          </a:xfrm>
        </p:grpSpPr>
        <p:sp>
          <p:nvSpPr>
            <p:cNvPr id="6" name="object 6"/>
            <p:cNvSpPr/>
            <p:nvPr/>
          </p:nvSpPr>
          <p:spPr>
            <a:xfrm>
              <a:off x="5838823" y="1847849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314782" y="371474"/>
                  </a:moveTo>
                  <a:lnTo>
                    <a:pt x="47168" y="371474"/>
                  </a:lnTo>
                  <a:lnTo>
                    <a:pt x="43885" y="371151"/>
                  </a:lnTo>
                  <a:lnTo>
                    <a:pt x="10349" y="351794"/>
                  </a:lnTo>
                  <a:lnTo>
                    <a:pt x="0" y="324307"/>
                  </a:lnTo>
                  <a:lnTo>
                    <a:pt x="0" y="320992"/>
                  </a:lnTo>
                  <a:lnTo>
                    <a:pt x="0" y="47167"/>
                  </a:lnTo>
                  <a:lnTo>
                    <a:pt x="17130" y="12441"/>
                  </a:lnTo>
                  <a:lnTo>
                    <a:pt x="47168" y="0"/>
                  </a:lnTo>
                  <a:lnTo>
                    <a:pt x="314782" y="0"/>
                  </a:lnTo>
                  <a:lnTo>
                    <a:pt x="349507" y="17129"/>
                  </a:lnTo>
                  <a:lnTo>
                    <a:pt x="361950" y="47167"/>
                  </a:lnTo>
                  <a:lnTo>
                    <a:pt x="361950" y="324307"/>
                  </a:lnTo>
                  <a:lnTo>
                    <a:pt x="344820" y="359032"/>
                  </a:lnTo>
                  <a:lnTo>
                    <a:pt x="318065" y="371151"/>
                  </a:lnTo>
                  <a:lnTo>
                    <a:pt x="314782" y="37147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38823" y="1847849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0" y="3209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3"/>
                  </a:lnTo>
                  <a:lnTo>
                    <a:pt x="5110" y="28100"/>
                  </a:lnTo>
                  <a:lnTo>
                    <a:pt x="6665" y="25191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6" y="14785"/>
                  </a:lnTo>
                  <a:lnTo>
                    <a:pt x="17130" y="12441"/>
                  </a:lnTo>
                  <a:lnTo>
                    <a:pt x="31163" y="3842"/>
                  </a:lnTo>
                  <a:lnTo>
                    <a:pt x="34225" y="2574"/>
                  </a:lnTo>
                  <a:lnTo>
                    <a:pt x="37382" y="1616"/>
                  </a:lnTo>
                  <a:lnTo>
                    <a:pt x="40634" y="970"/>
                  </a:lnTo>
                  <a:lnTo>
                    <a:pt x="43885" y="323"/>
                  </a:lnTo>
                  <a:lnTo>
                    <a:pt x="47168" y="0"/>
                  </a:lnTo>
                  <a:lnTo>
                    <a:pt x="50482" y="0"/>
                  </a:lnTo>
                  <a:lnTo>
                    <a:pt x="311468" y="0"/>
                  </a:lnTo>
                  <a:lnTo>
                    <a:pt x="314782" y="0"/>
                  </a:lnTo>
                  <a:lnTo>
                    <a:pt x="318065" y="323"/>
                  </a:lnTo>
                  <a:lnTo>
                    <a:pt x="321316" y="970"/>
                  </a:lnTo>
                  <a:lnTo>
                    <a:pt x="324567" y="1616"/>
                  </a:lnTo>
                  <a:lnTo>
                    <a:pt x="339514" y="8507"/>
                  </a:lnTo>
                  <a:lnTo>
                    <a:pt x="342270" y="10349"/>
                  </a:lnTo>
                  <a:lnTo>
                    <a:pt x="353442" y="22435"/>
                  </a:lnTo>
                  <a:lnTo>
                    <a:pt x="355284" y="25191"/>
                  </a:lnTo>
                  <a:lnTo>
                    <a:pt x="356839" y="28100"/>
                  </a:lnTo>
                  <a:lnTo>
                    <a:pt x="358107" y="31163"/>
                  </a:lnTo>
                  <a:lnTo>
                    <a:pt x="359375" y="34225"/>
                  </a:lnTo>
                  <a:lnTo>
                    <a:pt x="360333" y="37382"/>
                  </a:lnTo>
                  <a:lnTo>
                    <a:pt x="360980" y="40633"/>
                  </a:lnTo>
                  <a:lnTo>
                    <a:pt x="361627" y="43884"/>
                  </a:lnTo>
                  <a:lnTo>
                    <a:pt x="361950" y="47167"/>
                  </a:lnTo>
                  <a:lnTo>
                    <a:pt x="361950" y="50482"/>
                  </a:lnTo>
                  <a:lnTo>
                    <a:pt x="361950" y="320992"/>
                  </a:lnTo>
                  <a:lnTo>
                    <a:pt x="361950" y="324307"/>
                  </a:lnTo>
                  <a:lnTo>
                    <a:pt x="361627" y="327589"/>
                  </a:lnTo>
                  <a:lnTo>
                    <a:pt x="360980" y="330840"/>
                  </a:lnTo>
                  <a:lnTo>
                    <a:pt x="360333" y="334091"/>
                  </a:lnTo>
                  <a:lnTo>
                    <a:pt x="359375" y="337248"/>
                  </a:lnTo>
                  <a:lnTo>
                    <a:pt x="358107" y="340310"/>
                  </a:lnTo>
                  <a:lnTo>
                    <a:pt x="356839" y="343373"/>
                  </a:lnTo>
                  <a:lnTo>
                    <a:pt x="330786" y="367631"/>
                  </a:lnTo>
                  <a:lnTo>
                    <a:pt x="327724" y="368900"/>
                  </a:lnTo>
                  <a:lnTo>
                    <a:pt x="324567" y="369858"/>
                  </a:lnTo>
                  <a:lnTo>
                    <a:pt x="321315" y="370504"/>
                  </a:lnTo>
                  <a:lnTo>
                    <a:pt x="318065" y="371151"/>
                  </a:lnTo>
                  <a:lnTo>
                    <a:pt x="314782" y="371474"/>
                  </a:lnTo>
                  <a:lnTo>
                    <a:pt x="311468" y="371474"/>
                  </a:lnTo>
                  <a:lnTo>
                    <a:pt x="50482" y="371474"/>
                  </a:lnTo>
                  <a:lnTo>
                    <a:pt x="31163" y="367631"/>
                  </a:lnTo>
                  <a:lnTo>
                    <a:pt x="28100" y="366363"/>
                  </a:lnTo>
                  <a:lnTo>
                    <a:pt x="8507" y="349038"/>
                  </a:lnTo>
                  <a:lnTo>
                    <a:pt x="6665" y="346282"/>
                  </a:lnTo>
                  <a:lnTo>
                    <a:pt x="5110" y="343373"/>
                  </a:lnTo>
                  <a:lnTo>
                    <a:pt x="3842" y="340311"/>
                  </a:lnTo>
                  <a:lnTo>
                    <a:pt x="2574" y="337248"/>
                  </a:lnTo>
                  <a:lnTo>
                    <a:pt x="1616" y="334091"/>
                  </a:lnTo>
                  <a:lnTo>
                    <a:pt x="969" y="330840"/>
                  </a:lnTo>
                  <a:lnTo>
                    <a:pt x="323" y="327589"/>
                  </a:lnTo>
                  <a:lnTo>
                    <a:pt x="0" y="324307"/>
                  </a:lnTo>
                  <a:lnTo>
                    <a:pt x="0" y="320992"/>
                  </a:lnTo>
                  <a:close/>
                </a:path>
              </a:pathLst>
            </a:custGeom>
            <a:ln w="190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829298" y="3171824"/>
            <a:ext cx="381000" cy="390525"/>
            <a:chOff x="5829298" y="3171824"/>
            <a:chExt cx="381000" cy="390525"/>
          </a:xfrm>
        </p:grpSpPr>
        <p:sp>
          <p:nvSpPr>
            <p:cNvPr id="9" name="object 9"/>
            <p:cNvSpPr/>
            <p:nvPr/>
          </p:nvSpPr>
          <p:spPr>
            <a:xfrm>
              <a:off x="5838823" y="3181349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314782" y="371474"/>
                  </a:moveTo>
                  <a:lnTo>
                    <a:pt x="47168" y="371474"/>
                  </a:lnTo>
                  <a:lnTo>
                    <a:pt x="43885" y="371151"/>
                  </a:lnTo>
                  <a:lnTo>
                    <a:pt x="10349" y="351794"/>
                  </a:lnTo>
                  <a:lnTo>
                    <a:pt x="0" y="324307"/>
                  </a:lnTo>
                  <a:lnTo>
                    <a:pt x="0" y="320992"/>
                  </a:lnTo>
                  <a:lnTo>
                    <a:pt x="0" y="47167"/>
                  </a:lnTo>
                  <a:lnTo>
                    <a:pt x="17130" y="12441"/>
                  </a:lnTo>
                  <a:lnTo>
                    <a:pt x="47168" y="0"/>
                  </a:lnTo>
                  <a:lnTo>
                    <a:pt x="314782" y="0"/>
                  </a:lnTo>
                  <a:lnTo>
                    <a:pt x="349507" y="17129"/>
                  </a:lnTo>
                  <a:lnTo>
                    <a:pt x="361950" y="47167"/>
                  </a:lnTo>
                  <a:lnTo>
                    <a:pt x="361950" y="324307"/>
                  </a:lnTo>
                  <a:lnTo>
                    <a:pt x="344820" y="359032"/>
                  </a:lnTo>
                  <a:lnTo>
                    <a:pt x="318065" y="371151"/>
                  </a:lnTo>
                  <a:lnTo>
                    <a:pt x="314782" y="37147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38823" y="3181349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0" y="3209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3"/>
                  </a:lnTo>
                  <a:lnTo>
                    <a:pt x="5110" y="28100"/>
                  </a:lnTo>
                  <a:lnTo>
                    <a:pt x="6665" y="25191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6" y="14785"/>
                  </a:lnTo>
                  <a:lnTo>
                    <a:pt x="17130" y="12441"/>
                  </a:lnTo>
                  <a:lnTo>
                    <a:pt x="40634" y="970"/>
                  </a:lnTo>
                  <a:lnTo>
                    <a:pt x="43885" y="323"/>
                  </a:lnTo>
                  <a:lnTo>
                    <a:pt x="47168" y="0"/>
                  </a:lnTo>
                  <a:lnTo>
                    <a:pt x="50482" y="0"/>
                  </a:lnTo>
                  <a:lnTo>
                    <a:pt x="311468" y="0"/>
                  </a:lnTo>
                  <a:lnTo>
                    <a:pt x="314782" y="0"/>
                  </a:lnTo>
                  <a:lnTo>
                    <a:pt x="318065" y="323"/>
                  </a:lnTo>
                  <a:lnTo>
                    <a:pt x="321316" y="970"/>
                  </a:lnTo>
                  <a:lnTo>
                    <a:pt x="324567" y="1616"/>
                  </a:lnTo>
                  <a:lnTo>
                    <a:pt x="339514" y="8507"/>
                  </a:lnTo>
                  <a:lnTo>
                    <a:pt x="342270" y="10348"/>
                  </a:lnTo>
                  <a:lnTo>
                    <a:pt x="353442" y="22435"/>
                  </a:lnTo>
                  <a:lnTo>
                    <a:pt x="355284" y="25191"/>
                  </a:lnTo>
                  <a:lnTo>
                    <a:pt x="356839" y="28100"/>
                  </a:lnTo>
                  <a:lnTo>
                    <a:pt x="358107" y="31163"/>
                  </a:lnTo>
                  <a:lnTo>
                    <a:pt x="359375" y="34225"/>
                  </a:lnTo>
                  <a:lnTo>
                    <a:pt x="360333" y="37382"/>
                  </a:lnTo>
                  <a:lnTo>
                    <a:pt x="360980" y="40633"/>
                  </a:lnTo>
                  <a:lnTo>
                    <a:pt x="361627" y="43884"/>
                  </a:lnTo>
                  <a:lnTo>
                    <a:pt x="361950" y="47167"/>
                  </a:lnTo>
                  <a:lnTo>
                    <a:pt x="361950" y="50482"/>
                  </a:lnTo>
                  <a:lnTo>
                    <a:pt x="361950" y="320992"/>
                  </a:lnTo>
                  <a:lnTo>
                    <a:pt x="361950" y="324307"/>
                  </a:lnTo>
                  <a:lnTo>
                    <a:pt x="361627" y="327589"/>
                  </a:lnTo>
                  <a:lnTo>
                    <a:pt x="360980" y="330840"/>
                  </a:lnTo>
                  <a:lnTo>
                    <a:pt x="360333" y="334091"/>
                  </a:lnTo>
                  <a:lnTo>
                    <a:pt x="359375" y="337248"/>
                  </a:lnTo>
                  <a:lnTo>
                    <a:pt x="358107" y="340310"/>
                  </a:lnTo>
                  <a:lnTo>
                    <a:pt x="356839" y="343373"/>
                  </a:lnTo>
                  <a:lnTo>
                    <a:pt x="339514" y="362966"/>
                  </a:lnTo>
                  <a:lnTo>
                    <a:pt x="336757" y="364808"/>
                  </a:lnTo>
                  <a:lnTo>
                    <a:pt x="321315" y="370504"/>
                  </a:lnTo>
                  <a:lnTo>
                    <a:pt x="318065" y="371151"/>
                  </a:lnTo>
                  <a:lnTo>
                    <a:pt x="314782" y="371474"/>
                  </a:lnTo>
                  <a:lnTo>
                    <a:pt x="311468" y="371474"/>
                  </a:lnTo>
                  <a:lnTo>
                    <a:pt x="50482" y="371474"/>
                  </a:lnTo>
                  <a:lnTo>
                    <a:pt x="47168" y="371474"/>
                  </a:lnTo>
                  <a:lnTo>
                    <a:pt x="43885" y="371151"/>
                  </a:lnTo>
                  <a:lnTo>
                    <a:pt x="40634" y="370504"/>
                  </a:lnTo>
                  <a:lnTo>
                    <a:pt x="37382" y="369857"/>
                  </a:lnTo>
                  <a:lnTo>
                    <a:pt x="22435" y="362966"/>
                  </a:lnTo>
                  <a:lnTo>
                    <a:pt x="19680" y="361125"/>
                  </a:lnTo>
                  <a:lnTo>
                    <a:pt x="3842" y="340310"/>
                  </a:lnTo>
                  <a:lnTo>
                    <a:pt x="2574" y="337248"/>
                  </a:lnTo>
                  <a:lnTo>
                    <a:pt x="1616" y="334091"/>
                  </a:lnTo>
                  <a:lnTo>
                    <a:pt x="969" y="330840"/>
                  </a:lnTo>
                  <a:lnTo>
                    <a:pt x="323" y="327589"/>
                  </a:lnTo>
                  <a:lnTo>
                    <a:pt x="0" y="324307"/>
                  </a:lnTo>
                  <a:lnTo>
                    <a:pt x="0" y="320992"/>
                  </a:lnTo>
                  <a:close/>
                </a:path>
              </a:pathLst>
            </a:custGeom>
            <a:ln w="190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829298" y="4505324"/>
            <a:ext cx="381000" cy="390525"/>
            <a:chOff x="5829298" y="4505324"/>
            <a:chExt cx="381000" cy="390525"/>
          </a:xfrm>
        </p:grpSpPr>
        <p:sp>
          <p:nvSpPr>
            <p:cNvPr id="12" name="object 12"/>
            <p:cNvSpPr/>
            <p:nvPr/>
          </p:nvSpPr>
          <p:spPr>
            <a:xfrm>
              <a:off x="5838823" y="4514849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314782" y="371474"/>
                  </a:moveTo>
                  <a:lnTo>
                    <a:pt x="47168" y="371474"/>
                  </a:lnTo>
                  <a:lnTo>
                    <a:pt x="43885" y="371151"/>
                  </a:lnTo>
                  <a:lnTo>
                    <a:pt x="10349" y="351794"/>
                  </a:lnTo>
                  <a:lnTo>
                    <a:pt x="0" y="324307"/>
                  </a:lnTo>
                  <a:lnTo>
                    <a:pt x="0" y="320992"/>
                  </a:lnTo>
                  <a:lnTo>
                    <a:pt x="0" y="47167"/>
                  </a:lnTo>
                  <a:lnTo>
                    <a:pt x="17130" y="12441"/>
                  </a:lnTo>
                  <a:lnTo>
                    <a:pt x="47168" y="0"/>
                  </a:lnTo>
                  <a:lnTo>
                    <a:pt x="314782" y="0"/>
                  </a:lnTo>
                  <a:lnTo>
                    <a:pt x="349507" y="17129"/>
                  </a:lnTo>
                  <a:lnTo>
                    <a:pt x="361950" y="47167"/>
                  </a:lnTo>
                  <a:lnTo>
                    <a:pt x="361950" y="324307"/>
                  </a:lnTo>
                  <a:lnTo>
                    <a:pt x="344820" y="359032"/>
                  </a:lnTo>
                  <a:lnTo>
                    <a:pt x="318065" y="371151"/>
                  </a:lnTo>
                  <a:lnTo>
                    <a:pt x="314782" y="37147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38823" y="4514849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0" y="3209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3"/>
                  </a:lnTo>
                  <a:lnTo>
                    <a:pt x="5110" y="28100"/>
                  </a:lnTo>
                  <a:lnTo>
                    <a:pt x="6665" y="25191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6" y="14785"/>
                  </a:lnTo>
                  <a:lnTo>
                    <a:pt x="17130" y="12441"/>
                  </a:lnTo>
                  <a:lnTo>
                    <a:pt x="31163" y="3842"/>
                  </a:lnTo>
                  <a:lnTo>
                    <a:pt x="34225" y="2574"/>
                  </a:lnTo>
                  <a:lnTo>
                    <a:pt x="37382" y="1616"/>
                  </a:lnTo>
                  <a:lnTo>
                    <a:pt x="40634" y="970"/>
                  </a:lnTo>
                  <a:lnTo>
                    <a:pt x="43885" y="323"/>
                  </a:lnTo>
                  <a:lnTo>
                    <a:pt x="47168" y="0"/>
                  </a:lnTo>
                  <a:lnTo>
                    <a:pt x="50482" y="0"/>
                  </a:lnTo>
                  <a:lnTo>
                    <a:pt x="311468" y="0"/>
                  </a:lnTo>
                  <a:lnTo>
                    <a:pt x="314782" y="0"/>
                  </a:lnTo>
                  <a:lnTo>
                    <a:pt x="318065" y="323"/>
                  </a:lnTo>
                  <a:lnTo>
                    <a:pt x="339514" y="8507"/>
                  </a:lnTo>
                  <a:lnTo>
                    <a:pt x="342270" y="10348"/>
                  </a:lnTo>
                  <a:lnTo>
                    <a:pt x="353442" y="22435"/>
                  </a:lnTo>
                  <a:lnTo>
                    <a:pt x="355284" y="25191"/>
                  </a:lnTo>
                  <a:lnTo>
                    <a:pt x="356839" y="28100"/>
                  </a:lnTo>
                  <a:lnTo>
                    <a:pt x="358107" y="31163"/>
                  </a:lnTo>
                  <a:lnTo>
                    <a:pt x="359375" y="34225"/>
                  </a:lnTo>
                  <a:lnTo>
                    <a:pt x="360333" y="37382"/>
                  </a:lnTo>
                  <a:lnTo>
                    <a:pt x="360980" y="40633"/>
                  </a:lnTo>
                  <a:lnTo>
                    <a:pt x="361627" y="43884"/>
                  </a:lnTo>
                  <a:lnTo>
                    <a:pt x="361950" y="47167"/>
                  </a:lnTo>
                  <a:lnTo>
                    <a:pt x="361950" y="50482"/>
                  </a:lnTo>
                  <a:lnTo>
                    <a:pt x="361950" y="320992"/>
                  </a:lnTo>
                  <a:lnTo>
                    <a:pt x="361950" y="324307"/>
                  </a:lnTo>
                  <a:lnTo>
                    <a:pt x="361627" y="327589"/>
                  </a:lnTo>
                  <a:lnTo>
                    <a:pt x="360980" y="330840"/>
                  </a:lnTo>
                  <a:lnTo>
                    <a:pt x="360333" y="334091"/>
                  </a:lnTo>
                  <a:lnTo>
                    <a:pt x="359375" y="337248"/>
                  </a:lnTo>
                  <a:lnTo>
                    <a:pt x="358107" y="340310"/>
                  </a:lnTo>
                  <a:lnTo>
                    <a:pt x="356839" y="343373"/>
                  </a:lnTo>
                  <a:lnTo>
                    <a:pt x="339514" y="362966"/>
                  </a:lnTo>
                  <a:lnTo>
                    <a:pt x="336757" y="364807"/>
                  </a:lnTo>
                  <a:lnTo>
                    <a:pt x="333848" y="366363"/>
                  </a:lnTo>
                  <a:lnTo>
                    <a:pt x="330786" y="367631"/>
                  </a:lnTo>
                  <a:lnTo>
                    <a:pt x="327724" y="368900"/>
                  </a:lnTo>
                  <a:lnTo>
                    <a:pt x="324567" y="369857"/>
                  </a:lnTo>
                  <a:lnTo>
                    <a:pt x="321315" y="370504"/>
                  </a:lnTo>
                  <a:lnTo>
                    <a:pt x="318065" y="371151"/>
                  </a:lnTo>
                  <a:lnTo>
                    <a:pt x="314782" y="371474"/>
                  </a:lnTo>
                  <a:lnTo>
                    <a:pt x="311468" y="371474"/>
                  </a:lnTo>
                  <a:lnTo>
                    <a:pt x="50482" y="371474"/>
                  </a:lnTo>
                  <a:lnTo>
                    <a:pt x="47168" y="371474"/>
                  </a:lnTo>
                  <a:lnTo>
                    <a:pt x="43885" y="371151"/>
                  </a:lnTo>
                  <a:lnTo>
                    <a:pt x="40634" y="370504"/>
                  </a:lnTo>
                  <a:lnTo>
                    <a:pt x="37382" y="369857"/>
                  </a:lnTo>
                  <a:lnTo>
                    <a:pt x="34225" y="368900"/>
                  </a:lnTo>
                  <a:lnTo>
                    <a:pt x="31163" y="367631"/>
                  </a:lnTo>
                  <a:lnTo>
                    <a:pt x="28100" y="366363"/>
                  </a:lnTo>
                  <a:lnTo>
                    <a:pt x="14786" y="356688"/>
                  </a:lnTo>
                  <a:lnTo>
                    <a:pt x="12442" y="354344"/>
                  </a:lnTo>
                  <a:lnTo>
                    <a:pt x="3842" y="340310"/>
                  </a:lnTo>
                  <a:lnTo>
                    <a:pt x="2574" y="337248"/>
                  </a:lnTo>
                  <a:lnTo>
                    <a:pt x="1616" y="334091"/>
                  </a:lnTo>
                  <a:lnTo>
                    <a:pt x="969" y="330840"/>
                  </a:lnTo>
                  <a:lnTo>
                    <a:pt x="323" y="327589"/>
                  </a:lnTo>
                  <a:lnTo>
                    <a:pt x="0" y="324307"/>
                  </a:lnTo>
                  <a:lnTo>
                    <a:pt x="0" y="320992"/>
                  </a:lnTo>
                  <a:close/>
                </a:path>
              </a:pathLst>
            </a:custGeom>
            <a:ln w="190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025" indent="-406400">
              <a:lnSpc>
                <a:spcPts val="2500"/>
              </a:lnSpc>
              <a:buSzPct val="117948"/>
              <a:buAutoNum type="arabicPlain"/>
              <a:tabLst>
                <a:tab pos="454025" algn="l"/>
              </a:tabLst>
            </a:pPr>
            <a:r>
              <a:rPr spc="-25" dirty="0"/>
              <a:t>Real-</a:t>
            </a:r>
            <a:r>
              <a:rPr dirty="0"/>
              <a:t>time</a:t>
            </a:r>
            <a:r>
              <a:rPr spc="-30" dirty="0"/>
              <a:t> </a:t>
            </a:r>
            <a:r>
              <a:rPr spc="-20" dirty="0"/>
              <a:t>visibility</a:t>
            </a:r>
            <a:r>
              <a:rPr spc="-35" dirty="0"/>
              <a:t> </a:t>
            </a:r>
            <a:r>
              <a:rPr spc="-10" dirty="0"/>
              <a:t>replaces</a:t>
            </a:r>
            <a:r>
              <a:rPr spc="-30" dirty="0"/>
              <a:t> </a:t>
            </a:r>
            <a:r>
              <a:rPr spc="-10" dirty="0"/>
              <a:t>guesswork</a:t>
            </a:r>
          </a:p>
          <a:p>
            <a:pPr marL="454025" marR="24765">
              <a:lnSpc>
                <a:spcPct val="111100"/>
              </a:lnSpc>
              <a:spcBef>
                <a:spcPts val="1235"/>
              </a:spcBef>
            </a:pPr>
            <a:r>
              <a:rPr sz="1350" spc="-10" dirty="0">
                <a:latin typeface="Verdana"/>
                <a:cs typeface="Verdana"/>
              </a:rPr>
              <a:t>Faculty</a:t>
            </a:r>
            <a:r>
              <a:rPr sz="1350" spc="-5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gain</a:t>
            </a:r>
            <a:r>
              <a:rPr sz="1350" spc="-55" dirty="0">
                <a:latin typeface="Verdana"/>
                <a:cs typeface="Verdana"/>
              </a:rPr>
              <a:t> </a:t>
            </a:r>
            <a:r>
              <a:rPr sz="1350" spc="-30" dirty="0">
                <a:latin typeface="Verdana"/>
                <a:cs typeface="Verdana"/>
              </a:rPr>
              <a:t>instant,</a:t>
            </a:r>
            <a:r>
              <a:rPr sz="1350" spc="-5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accurate</a:t>
            </a:r>
            <a:r>
              <a:rPr sz="1350" spc="-5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insight</a:t>
            </a:r>
            <a:r>
              <a:rPr sz="1350" spc="-5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into</a:t>
            </a:r>
            <a:r>
              <a:rPr sz="1350" spc="-5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every </a:t>
            </a:r>
            <a:r>
              <a:rPr sz="1350" dirty="0">
                <a:latin typeface="Verdana"/>
                <a:cs typeface="Verdana"/>
              </a:rPr>
              <a:t>student's</a:t>
            </a:r>
            <a:r>
              <a:rPr sz="1350" spc="1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engagement</a:t>
            </a:r>
            <a:r>
              <a:rPr sz="1350" spc="20" dirty="0">
                <a:latin typeface="Verdana"/>
                <a:cs typeface="Verdana"/>
              </a:rPr>
              <a:t> </a:t>
            </a:r>
            <a:r>
              <a:rPr sz="1350" spc="-25" dirty="0">
                <a:latin typeface="Verdana"/>
                <a:cs typeface="Verdana"/>
              </a:rPr>
              <a:t>state</a:t>
            </a:r>
            <a:r>
              <a:rPr sz="1350" spc="2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during</a:t>
            </a:r>
            <a:r>
              <a:rPr sz="1350" spc="2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lab</a:t>
            </a:r>
            <a:r>
              <a:rPr sz="1350" spc="20" dirty="0">
                <a:latin typeface="Verdana"/>
                <a:cs typeface="Verdana"/>
              </a:rPr>
              <a:t> </a:t>
            </a:r>
            <a:r>
              <a:rPr sz="1350" spc="-25" dirty="0">
                <a:latin typeface="Verdana"/>
                <a:cs typeface="Verdana"/>
              </a:rPr>
              <a:t>sessions.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350">
              <a:latin typeface="Verdana"/>
              <a:cs typeface="Verdana"/>
            </a:endParaRPr>
          </a:p>
          <a:p>
            <a:pPr marL="454025" indent="-441325">
              <a:lnSpc>
                <a:spcPct val="100000"/>
              </a:lnSpc>
              <a:spcBef>
                <a:spcPts val="5"/>
              </a:spcBef>
              <a:buSzPct val="117948"/>
              <a:buAutoNum type="arabicPlain" startAt="2"/>
              <a:tabLst>
                <a:tab pos="454025" algn="l"/>
              </a:tabLst>
            </a:pPr>
            <a:r>
              <a:rPr spc="55" dirty="0"/>
              <a:t>Color-</a:t>
            </a:r>
            <a:r>
              <a:rPr spc="60" dirty="0"/>
              <a:t>coded</a:t>
            </a:r>
            <a:r>
              <a:rPr spc="-90" dirty="0"/>
              <a:t> </a:t>
            </a:r>
            <a:r>
              <a:rPr spc="-50" dirty="0"/>
              <a:t>status</a:t>
            </a:r>
            <a:r>
              <a:rPr spc="-85" dirty="0"/>
              <a:t> </a:t>
            </a:r>
            <a:r>
              <a:rPr spc="-25" dirty="0"/>
              <a:t>enables</a:t>
            </a:r>
            <a:r>
              <a:rPr spc="-85" dirty="0"/>
              <a:t> </a:t>
            </a:r>
            <a:r>
              <a:rPr spc="-50" dirty="0"/>
              <a:t>fast</a:t>
            </a:r>
            <a:r>
              <a:rPr spc="-85" dirty="0"/>
              <a:t> </a:t>
            </a:r>
            <a:r>
              <a:rPr spc="-10" dirty="0"/>
              <a:t>action</a:t>
            </a:r>
          </a:p>
          <a:p>
            <a:pPr marL="454025" marR="168275">
              <a:lnSpc>
                <a:spcPct val="111100"/>
              </a:lnSpc>
              <a:spcBef>
                <a:spcPts val="1235"/>
              </a:spcBef>
            </a:pPr>
            <a:r>
              <a:rPr sz="1350" spc="-40" dirty="0">
                <a:latin typeface="Verdana"/>
                <a:cs typeface="Verdana"/>
              </a:rPr>
              <a:t>Green,</a:t>
            </a:r>
            <a:r>
              <a:rPr sz="1350" spc="-75" dirty="0">
                <a:latin typeface="Verdana"/>
                <a:cs typeface="Verdana"/>
              </a:rPr>
              <a:t> </a:t>
            </a:r>
            <a:r>
              <a:rPr sz="1350" spc="-50" dirty="0">
                <a:latin typeface="Verdana"/>
                <a:cs typeface="Verdana"/>
              </a:rPr>
              <a:t>yellow,</a:t>
            </a:r>
            <a:r>
              <a:rPr sz="1350" spc="-7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and</a:t>
            </a:r>
            <a:r>
              <a:rPr sz="1350" spc="-7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red</a:t>
            </a:r>
            <a:r>
              <a:rPr sz="1350" spc="-7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indicators</a:t>
            </a:r>
            <a:r>
              <a:rPr sz="1350" spc="-7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let</a:t>
            </a:r>
            <a:r>
              <a:rPr sz="1350" spc="-7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instructors prioritize</a:t>
            </a:r>
            <a:r>
              <a:rPr sz="1350" spc="-4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attention</a:t>
            </a:r>
            <a:r>
              <a:rPr sz="1350" spc="-4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where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spc="-45" dirty="0">
                <a:latin typeface="Verdana"/>
                <a:cs typeface="Verdana"/>
              </a:rPr>
              <a:t>it's</a:t>
            </a:r>
            <a:r>
              <a:rPr sz="1350" spc="-4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needed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most.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350">
              <a:latin typeface="Verdana"/>
              <a:cs typeface="Verdana"/>
            </a:endParaRPr>
          </a:p>
          <a:p>
            <a:pPr marL="454025" indent="-437515">
              <a:lnSpc>
                <a:spcPct val="100000"/>
              </a:lnSpc>
              <a:buSzPct val="117948"/>
              <a:buAutoNum type="arabicPlain" startAt="3"/>
              <a:tabLst>
                <a:tab pos="454025" algn="l"/>
              </a:tabLst>
            </a:pPr>
            <a:r>
              <a:rPr spc="-45" dirty="0"/>
              <a:t>Scalable,</a:t>
            </a:r>
            <a:r>
              <a:rPr spc="-35" dirty="0"/>
              <a:t> </a:t>
            </a:r>
            <a:r>
              <a:rPr dirty="0"/>
              <a:t>data-driven</a:t>
            </a:r>
            <a:r>
              <a:rPr spc="-30" dirty="0"/>
              <a:t> </a:t>
            </a:r>
            <a:r>
              <a:rPr dirty="0"/>
              <a:t>lab</a:t>
            </a:r>
            <a:r>
              <a:rPr spc="-35" dirty="0"/>
              <a:t> </a:t>
            </a:r>
            <a:r>
              <a:rPr spc="-10" dirty="0"/>
              <a:t>management</a:t>
            </a:r>
          </a:p>
          <a:p>
            <a:pPr marL="454025" marR="12065">
              <a:lnSpc>
                <a:spcPct val="111100"/>
              </a:lnSpc>
              <a:spcBef>
                <a:spcPts val="1240"/>
              </a:spcBef>
            </a:pPr>
            <a:r>
              <a:rPr sz="1350" dirty="0">
                <a:latin typeface="Verdana"/>
                <a:cs typeface="Verdana"/>
              </a:rPr>
              <a:t>From</a:t>
            </a:r>
            <a:r>
              <a:rPr sz="1350" spc="-4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individual</a:t>
            </a:r>
            <a:r>
              <a:rPr sz="1350" spc="-45" dirty="0">
                <a:latin typeface="Verdana"/>
                <a:cs typeface="Verdana"/>
              </a:rPr>
              <a:t> </a:t>
            </a:r>
            <a:r>
              <a:rPr sz="1350" spc="-20" dirty="0">
                <a:latin typeface="Verdana"/>
                <a:cs typeface="Verdana"/>
              </a:rPr>
              <a:t>alerts</a:t>
            </a:r>
            <a:r>
              <a:rPr sz="1350" spc="-4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to</a:t>
            </a:r>
            <a:r>
              <a:rPr sz="1350" spc="-45" dirty="0">
                <a:latin typeface="Verdana"/>
                <a:cs typeface="Verdana"/>
              </a:rPr>
              <a:t> </a:t>
            </a:r>
            <a:r>
              <a:rPr sz="1350" spc="-35" dirty="0">
                <a:latin typeface="Verdana"/>
                <a:cs typeface="Verdana"/>
              </a:rPr>
              <a:t>class-level</a:t>
            </a:r>
            <a:r>
              <a:rPr sz="1350" spc="-45" dirty="0">
                <a:latin typeface="Verdana"/>
                <a:cs typeface="Verdana"/>
              </a:rPr>
              <a:t> </a:t>
            </a:r>
            <a:r>
              <a:rPr sz="1350" spc="-35" dirty="0">
                <a:latin typeface="Verdana"/>
                <a:cs typeface="Verdana"/>
              </a:rPr>
              <a:t>analytics,</a:t>
            </a:r>
            <a:r>
              <a:rPr sz="1350" spc="-45" dirty="0">
                <a:latin typeface="Verdana"/>
                <a:cs typeface="Verdana"/>
              </a:rPr>
              <a:t> </a:t>
            </a:r>
            <a:r>
              <a:rPr sz="1350" spc="-25" dirty="0">
                <a:latin typeface="Verdana"/>
                <a:cs typeface="Verdana"/>
              </a:rPr>
              <a:t>the </a:t>
            </a:r>
            <a:r>
              <a:rPr sz="1350" spc="-20" dirty="0">
                <a:latin typeface="Verdana"/>
                <a:cs typeface="Verdana"/>
              </a:rPr>
              <a:t>system</a:t>
            </a:r>
            <a:r>
              <a:rPr sz="1350" spc="-7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supports</a:t>
            </a:r>
            <a:r>
              <a:rPr sz="1350" spc="-7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better</a:t>
            </a:r>
            <a:r>
              <a:rPr sz="1350" spc="-7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decisions</a:t>
            </a:r>
            <a:r>
              <a:rPr sz="1350" spc="-7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at</a:t>
            </a:r>
            <a:r>
              <a:rPr sz="1350" spc="-70" dirty="0">
                <a:latin typeface="Verdana"/>
                <a:cs typeface="Verdana"/>
              </a:rPr>
              <a:t> </a:t>
            </a:r>
            <a:r>
              <a:rPr sz="1350" spc="-50" dirty="0">
                <a:latin typeface="Verdana"/>
                <a:cs typeface="Verdana"/>
              </a:rPr>
              <a:t>every</a:t>
            </a:r>
            <a:r>
              <a:rPr sz="1350" spc="-7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level.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5" name="object 1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735</Words>
  <Application>Microsoft Office PowerPoint</Application>
  <PresentationFormat>Custom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Roboto Bk</vt:lpstr>
      <vt:lpstr>Tahoma</vt:lpstr>
      <vt:lpstr>Verdana</vt:lpstr>
      <vt:lpstr>Office Theme</vt:lpstr>
      <vt:lpstr>Real-Time Student Engagement Monitoring Dashboard</vt:lpstr>
      <vt:lpstr>The Problem: Faculty Are Flying Blind</vt:lpstr>
      <vt:lpstr>Work Flow</vt:lpstr>
      <vt:lpstr>What Faculty Can't See — But Should</vt:lpstr>
      <vt:lpstr>The Solution: A Live Engagement Dashboard</vt:lpstr>
      <vt:lpstr>Visual Status Indicators at a Glance</vt:lpstr>
      <vt:lpstr>Core Features</vt:lpstr>
      <vt:lpstr>Smart &amp; Advanced Capabilities</vt:lpstr>
      <vt:lpstr>Who Benefits — and How</vt:lpstr>
      <vt:lpstr>Known Challenges &amp; Considerations</vt:lpstr>
      <vt:lpstr>Key Takeaways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Student Engagement Monitoring Dashboard</dc:title>
  <cp:lastModifiedBy>Dell</cp:lastModifiedBy>
  <cp:revision>1</cp:revision>
  <dcterms:created xsi:type="dcterms:W3CDTF">2026-06-17T05:40:27Z</dcterms:created>
  <dcterms:modified xsi:type="dcterms:W3CDTF">2026-06-17T06:34:36Z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2026-06-17T00:00:00Z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2026-06-17T00:00:00Z</vt:filetime>
  </property>
  <property fmtid="{D5CDD505-2E9C-101B-9397-08002B2CF9AE}" pid="6" name="Producer">
    <vt:lpwstr>pdf-lib (https://github.com/Hopding/pdf-lib)</vt:lpwstr>
  </property>
</Properties>
</file>